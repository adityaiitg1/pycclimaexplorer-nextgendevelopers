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2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C7962-DC4C-4465-9102-AF1DCA570A5D}" v="77" dt="2026-03-13T18:13:10.2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Mishra" userId="fc4402a8b8a28f25" providerId="LiveId" clId="{B52CEAD4-6A6F-4934-B54D-4B1A29FCAFA1}"/>
    <pc:docChg chg="undo redo custSel addSld delSld modSld sldOrd modMainMaster">
      <pc:chgData name="Aryan Mishra" userId="fc4402a8b8a28f25" providerId="LiveId" clId="{B52CEAD4-6A6F-4934-B54D-4B1A29FCAFA1}" dt="2026-03-13T18:14:27.213" v="3694" actId="20577"/>
      <pc:docMkLst>
        <pc:docMk/>
      </pc:docMkLst>
      <pc:sldChg chg="delSp modSp del mod">
        <pc:chgData name="Aryan Mishra" userId="fc4402a8b8a28f25" providerId="LiveId" clId="{B52CEAD4-6A6F-4934-B54D-4B1A29FCAFA1}" dt="2026-03-13T15:18:24.959" v="1200" actId="2696"/>
        <pc:sldMkLst>
          <pc:docMk/>
          <pc:sldMk cId="0" sldId="256"/>
        </pc:sldMkLst>
        <pc:spChg chg="mod">
          <ac:chgData name="Aryan Mishra" userId="fc4402a8b8a28f25" providerId="LiveId" clId="{B52CEAD4-6A6F-4934-B54D-4B1A29FCAFA1}" dt="2026-03-13T14:53:15.295" v="661" actId="5793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Aryan Mishra" userId="fc4402a8b8a28f25" providerId="LiveId" clId="{B52CEAD4-6A6F-4934-B54D-4B1A29FCAFA1}" dt="2026-03-13T14:42:34.209" v="67" actId="21"/>
          <ac:spMkLst>
            <pc:docMk/>
            <pc:sldMk cId="0" sldId="256"/>
            <ac:spMk id="3" creationId="{00000000-0000-0000-0000-000000000000}"/>
          </ac:spMkLst>
        </pc:spChg>
        <pc:spChg chg="mod">
          <ac:chgData name="Aryan Mishra" userId="fc4402a8b8a28f25" providerId="LiveId" clId="{B52CEAD4-6A6F-4934-B54D-4B1A29FCAFA1}" dt="2026-03-13T14:54:18.572" v="725" actId="5793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Aryan Mishra" userId="fc4402a8b8a28f25" providerId="LiveId" clId="{B52CEAD4-6A6F-4934-B54D-4B1A29FCAFA1}" dt="2026-03-13T17:24:33.016" v="2410" actId="14861"/>
        <pc:sldMkLst>
          <pc:docMk/>
          <pc:sldMk cId="0" sldId="257"/>
        </pc:sldMkLst>
        <pc:spChg chg="add mod">
          <ac:chgData name="Aryan Mishra" userId="fc4402a8b8a28f25" providerId="LiveId" clId="{B52CEAD4-6A6F-4934-B54D-4B1A29FCAFA1}" dt="2026-03-13T14:44:23.184" v="98"/>
          <ac:spMkLst>
            <pc:docMk/>
            <pc:sldMk cId="0" sldId="257"/>
            <ac:spMk id="2" creationId="{D44EB194-B82E-9F34-4066-923ECCD11933}"/>
          </ac:spMkLst>
        </pc:spChg>
        <pc:spChg chg="mod">
          <ac:chgData name="Aryan Mishra" userId="fc4402a8b8a28f25" providerId="LiveId" clId="{B52CEAD4-6A6F-4934-B54D-4B1A29FCAFA1}" dt="2026-03-13T14:52:30.528" v="630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Aryan Mishra" userId="fc4402a8b8a28f25" providerId="LiveId" clId="{B52CEAD4-6A6F-4934-B54D-4B1A29FCAFA1}" dt="2026-03-13T14:55:14.033" v="727" actId="1076"/>
          <ac:spMkLst>
            <pc:docMk/>
            <pc:sldMk cId="0" sldId="257"/>
            <ac:spMk id="11" creationId="{00000000-0000-0000-0000-000000000000}"/>
          </ac:spMkLst>
        </pc:spChg>
        <pc:spChg chg="add del mod">
          <ac:chgData name="Aryan Mishra" userId="fc4402a8b8a28f25" providerId="LiveId" clId="{B52CEAD4-6A6F-4934-B54D-4B1A29FCAFA1}" dt="2026-03-13T17:24:33.016" v="2410" actId="1486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ryan Mishra" userId="fc4402a8b8a28f25" providerId="LiveId" clId="{B52CEAD4-6A6F-4934-B54D-4B1A29FCAFA1}" dt="2026-03-13T14:55:07.541" v="726" actId="14100"/>
          <ac:spMkLst>
            <pc:docMk/>
            <pc:sldMk cId="0" sldId="257"/>
            <ac:spMk id="27" creationId="{C6F0C4F8-32F8-A139-C5E7-29F64F9BFC76}"/>
          </ac:spMkLst>
        </pc:spChg>
        <pc:spChg chg="mod">
          <ac:chgData name="Aryan Mishra" userId="fc4402a8b8a28f25" providerId="LiveId" clId="{B52CEAD4-6A6F-4934-B54D-4B1A29FCAFA1}" dt="2026-03-13T14:48:43.863" v="501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ryan Mishra" userId="fc4402a8b8a28f25" providerId="LiveId" clId="{B52CEAD4-6A6F-4934-B54D-4B1A29FCAFA1}" dt="2026-03-13T15:20:26.216" v="1225" actId="1076"/>
          <ac:spMkLst>
            <pc:docMk/>
            <pc:sldMk cId="0" sldId="257"/>
            <ac:spMk id="30" creationId="{4CC518C6-71CE-D356-BAC6-EAA929352782}"/>
          </ac:spMkLst>
        </pc:spChg>
        <pc:picChg chg="add mod">
          <ac:chgData name="Aryan Mishra" userId="fc4402a8b8a28f25" providerId="LiveId" clId="{B52CEAD4-6A6F-4934-B54D-4B1A29FCAFA1}" dt="2026-03-13T15:15:02.453" v="1165" actId="1076"/>
          <ac:picMkLst>
            <pc:docMk/>
            <pc:sldMk cId="0" sldId="257"/>
            <ac:picMk id="3" creationId="{42377789-F651-50B2-67F3-45BBB4112E5C}"/>
          </ac:picMkLst>
        </pc:picChg>
        <pc:picChg chg="del mod">
          <ac:chgData name="Aryan Mishra" userId="fc4402a8b8a28f25" providerId="LiveId" clId="{B52CEAD4-6A6F-4934-B54D-4B1A29FCAFA1}" dt="2026-03-13T14:40:07.802" v="58" actId="21"/>
          <ac:picMkLst>
            <pc:docMk/>
            <pc:sldMk cId="0" sldId="257"/>
            <ac:picMk id="24" creationId="{E8D5860C-0FC9-590C-CC92-25B82F119CF4}"/>
          </ac:picMkLst>
        </pc:picChg>
      </pc:sldChg>
      <pc:sldChg chg="addSp delSp modSp mod">
        <pc:chgData name="Aryan Mishra" userId="fc4402a8b8a28f25" providerId="LiveId" clId="{B52CEAD4-6A6F-4934-B54D-4B1A29FCAFA1}" dt="2026-03-13T17:25:32.920" v="2413" actId="1076"/>
        <pc:sldMkLst>
          <pc:docMk/>
          <pc:sldMk cId="0" sldId="258"/>
        </pc:sldMkLst>
        <pc:spChg chg="del mod">
          <ac:chgData name="Aryan Mishra" userId="fc4402a8b8a28f25" providerId="LiveId" clId="{B52CEAD4-6A6F-4934-B54D-4B1A29FCAFA1}" dt="2026-03-13T16:55:54.927" v="1254" actId="21"/>
          <ac:spMkLst>
            <pc:docMk/>
            <pc:sldMk cId="0" sldId="258"/>
            <ac:spMk id="2" creationId="{00000000-0000-0000-0000-000000000000}"/>
          </ac:spMkLst>
        </pc:spChg>
        <pc:spChg chg="mod topLvl">
          <ac:chgData name="Aryan Mishra" userId="fc4402a8b8a28f25" providerId="LiveId" clId="{B52CEAD4-6A6F-4934-B54D-4B1A29FCAFA1}" dt="2026-03-13T15:09:28.632" v="1096" actId="21"/>
          <ac:spMkLst>
            <pc:docMk/>
            <pc:sldMk cId="0" sldId="258"/>
            <ac:spMk id="7" creationId="{00000000-0000-0000-0000-000000000000}"/>
          </ac:spMkLst>
        </pc:spChg>
        <pc:spChg chg="del">
          <ac:chgData name="Aryan Mishra" userId="fc4402a8b8a28f25" providerId="LiveId" clId="{B52CEAD4-6A6F-4934-B54D-4B1A29FCAFA1}" dt="2026-03-13T15:01:21.059" v="1047" actId="21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Aryan Mishra" userId="fc4402a8b8a28f25" providerId="LiveId" clId="{B52CEAD4-6A6F-4934-B54D-4B1A29FCAFA1}" dt="2026-03-13T17:24:45.961" v="2411" actId="14861"/>
          <ac:spMkLst>
            <pc:docMk/>
            <pc:sldMk cId="0" sldId="258"/>
            <ac:spMk id="9" creationId="{381F1731-BB79-7D40-1BA1-DA903222D27B}"/>
          </ac:spMkLst>
        </pc:spChg>
        <pc:spChg chg="del mod">
          <ac:chgData name="Aryan Mishra" userId="fc4402a8b8a28f25" providerId="LiveId" clId="{B52CEAD4-6A6F-4934-B54D-4B1A29FCAFA1}" dt="2026-03-13T15:00:52.815" v="1039"/>
          <ac:spMkLst>
            <pc:docMk/>
            <pc:sldMk cId="0" sldId="258"/>
            <ac:spMk id="34" creationId="{00000000-0000-0000-0000-000000000000}"/>
          </ac:spMkLst>
        </pc:spChg>
        <pc:spChg chg="del mod">
          <ac:chgData name="Aryan Mishra" userId="fc4402a8b8a28f25" providerId="LiveId" clId="{B52CEAD4-6A6F-4934-B54D-4B1A29FCAFA1}" dt="2026-03-13T15:00:52.814" v="1037"/>
          <ac:spMkLst>
            <pc:docMk/>
            <pc:sldMk cId="0" sldId="258"/>
            <ac:spMk id="35" creationId="{00000000-0000-0000-0000-000000000000}"/>
          </ac:spMkLst>
        </pc:spChg>
        <pc:spChg chg="del mod">
          <ac:chgData name="Aryan Mishra" userId="fc4402a8b8a28f25" providerId="LiveId" clId="{B52CEAD4-6A6F-4934-B54D-4B1A29FCAFA1}" dt="2026-03-13T15:00:52.816" v="1041"/>
          <ac:spMkLst>
            <pc:docMk/>
            <pc:sldMk cId="0" sldId="258"/>
            <ac:spMk id="36" creationId="{00000000-0000-0000-0000-000000000000}"/>
          </ac:spMkLst>
        </pc:spChg>
        <pc:spChg chg="del mod">
          <ac:chgData name="Aryan Mishra" userId="fc4402a8b8a28f25" providerId="LiveId" clId="{B52CEAD4-6A6F-4934-B54D-4B1A29FCAFA1}" dt="2026-03-13T15:10:19.635" v="1105" actId="21"/>
          <ac:spMkLst>
            <pc:docMk/>
            <pc:sldMk cId="0" sldId="258"/>
            <ac:spMk id="41" creationId="{00000000-0000-0000-0000-000000000000}"/>
          </ac:spMkLst>
        </pc:spChg>
        <pc:spChg chg="del">
          <ac:chgData name="Aryan Mishra" userId="fc4402a8b8a28f25" providerId="LiveId" clId="{B52CEAD4-6A6F-4934-B54D-4B1A29FCAFA1}" dt="2026-03-13T15:10:01.775" v="1102" actId="21"/>
          <ac:spMkLst>
            <pc:docMk/>
            <pc:sldMk cId="0" sldId="258"/>
            <ac:spMk id="43" creationId="{00000000-0000-0000-0000-000000000000}"/>
          </ac:spMkLst>
        </pc:spChg>
        <pc:spChg chg="add del mod">
          <ac:chgData name="Aryan Mishra" userId="fc4402a8b8a28f25" providerId="LiveId" clId="{B52CEAD4-6A6F-4934-B54D-4B1A29FCAFA1}" dt="2026-03-13T15:10:57.074" v="1115" actId="478"/>
          <ac:spMkLst>
            <pc:docMk/>
            <pc:sldMk cId="0" sldId="258"/>
            <ac:spMk id="46" creationId="{C6F996C5-85F9-3428-1E1C-93B3296B01DC}"/>
          </ac:spMkLst>
        </pc:spChg>
        <pc:spChg chg="add mod">
          <ac:chgData name="Aryan Mishra" userId="fc4402a8b8a28f25" providerId="LiveId" clId="{B52CEAD4-6A6F-4934-B54D-4B1A29FCAFA1}" dt="2026-03-13T15:10:39.157" v="1108" actId="1076"/>
          <ac:spMkLst>
            <pc:docMk/>
            <pc:sldMk cId="0" sldId="258"/>
            <ac:spMk id="47" creationId="{00000000-0000-0000-0000-000000000000}"/>
          </ac:spMkLst>
        </pc:spChg>
        <pc:spChg chg="add mod">
          <ac:chgData name="Aryan Mishra" userId="fc4402a8b8a28f25" providerId="LiveId" clId="{B52CEAD4-6A6F-4934-B54D-4B1A29FCAFA1}" dt="2026-03-13T15:10:47.787" v="1110" actId="1076"/>
          <ac:spMkLst>
            <pc:docMk/>
            <pc:sldMk cId="0" sldId="258"/>
            <ac:spMk id="48" creationId="{A881D357-AEE6-DE91-41B5-0670DD8B719A}"/>
          </ac:spMkLst>
        </pc:spChg>
        <pc:spChg chg="add mod">
          <ac:chgData name="Aryan Mishra" userId="fc4402a8b8a28f25" providerId="LiveId" clId="{B52CEAD4-6A6F-4934-B54D-4B1A29FCAFA1}" dt="2026-03-13T15:10:53.584" v="1114"/>
          <ac:spMkLst>
            <pc:docMk/>
            <pc:sldMk cId="0" sldId="258"/>
            <ac:spMk id="49" creationId="{8B3AFB7C-50C3-2DE7-0B9C-0609C43A8BDF}"/>
          </ac:spMkLst>
        </pc:spChg>
        <pc:spChg chg="add mod">
          <ac:chgData name="Aryan Mishra" userId="fc4402a8b8a28f25" providerId="LiveId" clId="{B52CEAD4-6A6F-4934-B54D-4B1A29FCAFA1}" dt="2026-03-13T15:15:58.612" v="1170"/>
          <ac:spMkLst>
            <pc:docMk/>
            <pc:sldMk cId="0" sldId="258"/>
            <ac:spMk id="51" creationId="{EC177A7D-014E-33FE-F492-BC7097C9124F}"/>
          </ac:spMkLst>
        </pc:spChg>
        <pc:grpChg chg="add del mod">
          <ac:chgData name="Aryan Mishra" userId="fc4402a8b8a28f25" providerId="LiveId" clId="{B52CEAD4-6A6F-4934-B54D-4B1A29FCAFA1}" dt="2026-03-13T15:12:10.566" v="1125" actId="1076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Aryan Mishra" userId="fc4402a8b8a28f25" providerId="LiveId" clId="{B52CEAD4-6A6F-4934-B54D-4B1A29FCAFA1}" dt="2026-03-13T15:09:51.351" v="1101" actId="21"/>
          <ac:grpSpMkLst>
            <pc:docMk/>
            <pc:sldMk cId="0" sldId="258"/>
            <ac:grpSpMk id="10" creationId="{00000000-0000-0000-0000-000000000000}"/>
          </ac:grpSpMkLst>
        </pc:grpChg>
        <pc:grpChg chg="del">
          <ac:chgData name="Aryan Mishra" userId="fc4402a8b8a28f25" providerId="LiveId" clId="{B52CEAD4-6A6F-4934-B54D-4B1A29FCAFA1}" dt="2026-03-13T15:10:13.496" v="1103" actId="21"/>
          <ac:grpSpMkLst>
            <pc:docMk/>
            <pc:sldMk cId="0" sldId="258"/>
            <ac:grpSpMk id="37" creationId="{00000000-0000-0000-0000-000000000000}"/>
          </ac:grpSpMkLst>
        </pc:grpChg>
        <pc:picChg chg="add del mod topLvl">
          <ac:chgData name="Aryan Mishra" userId="fc4402a8b8a28f25" providerId="LiveId" clId="{B52CEAD4-6A6F-4934-B54D-4B1A29FCAFA1}" dt="2026-03-13T15:09:30.297" v="1100" actId="1076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Aryan Mishra" userId="fc4402a8b8a28f25" providerId="LiveId" clId="{B52CEAD4-6A6F-4934-B54D-4B1A29FCAFA1}" dt="2026-03-13T15:00:52.762" v="1035" actId="21"/>
          <ac:picMkLst>
            <pc:docMk/>
            <pc:sldMk cId="0" sldId="258"/>
            <ac:picMk id="8" creationId="{00000000-0000-0000-0000-000000000000}"/>
          </ac:picMkLst>
        </pc:picChg>
        <pc:picChg chg="add mod">
          <ac:chgData name="Aryan Mishra" userId="fc4402a8b8a28f25" providerId="LiveId" clId="{B52CEAD4-6A6F-4934-B54D-4B1A29FCAFA1}" dt="2026-03-13T17:25:32.920" v="2413" actId="1076"/>
          <ac:picMkLst>
            <pc:docMk/>
            <pc:sldMk cId="0" sldId="258"/>
            <ac:picMk id="42" creationId="{BF93DE14-443C-1D39-FEB8-47AFE3C0BB04}"/>
          </ac:picMkLst>
        </pc:picChg>
        <pc:picChg chg="add del mod">
          <ac:chgData name="Aryan Mishra" userId="fc4402a8b8a28f25" providerId="LiveId" clId="{B52CEAD4-6A6F-4934-B54D-4B1A29FCAFA1}" dt="2026-03-13T15:08:44.879" v="1080" actId="931"/>
          <ac:picMkLst>
            <pc:docMk/>
            <pc:sldMk cId="0" sldId="258"/>
            <ac:picMk id="45" creationId="{283FEA53-00DA-6691-A11D-6D448C22FB5C}"/>
          </ac:picMkLst>
        </pc:picChg>
        <pc:picChg chg="add mod">
          <ac:chgData name="Aryan Mishra" userId="fc4402a8b8a28f25" providerId="LiveId" clId="{B52CEAD4-6A6F-4934-B54D-4B1A29FCAFA1}" dt="2026-03-13T15:11:57.429" v="1121" actId="1076"/>
          <ac:picMkLst>
            <pc:docMk/>
            <pc:sldMk cId="0" sldId="258"/>
            <ac:picMk id="50" creationId="{A0DA6444-4EED-5315-5E68-A3A28C9C2274}"/>
          </ac:picMkLst>
        </pc:picChg>
      </pc:sldChg>
      <pc:sldChg chg="addSp delSp modSp mod">
        <pc:chgData name="Aryan Mishra" userId="fc4402a8b8a28f25" providerId="LiveId" clId="{B52CEAD4-6A6F-4934-B54D-4B1A29FCAFA1}" dt="2026-03-13T18:04:24.638" v="3558" actId="1076"/>
        <pc:sldMkLst>
          <pc:docMk/>
          <pc:sldMk cId="0" sldId="259"/>
        </pc:sldMkLst>
        <pc:spChg chg="mod">
          <ac:chgData name="Aryan Mishra" userId="fc4402a8b8a28f25" providerId="LiveId" clId="{B52CEAD4-6A6F-4934-B54D-4B1A29FCAFA1}" dt="2026-03-13T17:25:07.072" v="2412" actId="14861"/>
          <ac:spMkLst>
            <pc:docMk/>
            <pc:sldMk cId="0" sldId="259"/>
            <ac:spMk id="2" creationId="{00000000-0000-0000-0000-000000000000}"/>
          </ac:spMkLst>
        </pc:spChg>
        <pc:spChg chg="mod">
          <ac:chgData name="Aryan Mishra" userId="fc4402a8b8a28f25" providerId="LiveId" clId="{B52CEAD4-6A6F-4934-B54D-4B1A29FCAFA1}" dt="2026-03-13T17:11:53.231" v="1787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ryan Mishra" userId="fc4402a8b8a28f25" providerId="LiveId" clId="{B52CEAD4-6A6F-4934-B54D-4B1A29FCAFA1}" dt="2026-03-13T17:12:18.821" v="1795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ryan Mishra" userId="fc4402a8b8a28f25" providerId="LiveId" clId="{B52CEAD4-6A6F-4934-B54D-4B1A29FCAFA1}" dt="2026-03-13T18:04:24.638" v="3558" actId="1076"/>
          <ac:spMkLst>
            <pc:docMk/>
            <pc:sldMk cId="0" sldId="259"/>
            <ac:spMk id="24" creationId="{00000000-0000-0000-0000-000000000000}"/>
          </ac:spMkLst>
        </pc:spChg>
        <pc:spChg chg="add mod">
          <ac:chgData name="Aryan Mishra" userId="fc4402a8b8a28f25" providerId="LiveId" clId="{B52CEAD4-6A6F-4934-B54D-4B1A29FCAFA1}" dt="2026-03-13T17:16:37.731" v="1901" actId="20577"/>
          <ac:spMkLst>
            <pc:docMk/>
            <pc:sldMk cId="0" sldId="259"/>
            <ac:spMk id="26" creationId="{8411EA84-8496-0F9B-BD51-623765086C8C}"/>
          </ac:spMkLst>
        </pc:spChg>
        <pc:grpChg chg="mod">
          <ac:chgData name="Aryan Mishra" userId="fc4402a8b8a28f25" providerId="LiveId" clId="{B52CEAD4-6A6F-4934-B54D-4B1A29FCAFA1}" dt="2026-03-13T17:13:34.720" v="1842" actId="1076"/>
          <ac:grpSpMkLst>
            <pc:docMk/>
            <pc:sldMk cId="0" sldId="259"/>
            <ac:grpSpMk id="5" creationId="{00000000-0000-0000-0000-000000000000}"/>
          </ac:grpSpMkLst>
        </pc:grpChg>
        <pc:picChg chg="del">
          <ac:chgData name="Aryan Mishra" userId="fc4402a8b8a28f25" providerId="LiveId" clId="{B52CEAD4-6A6F-4934-B54D-4B1A29FCAFA1}" dt="2026-03-13T16:58:25.236" v="1287" actId="21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Aryan Mishra" userId="fc4402a8b8a28f25" providerId="LiveId" clId="{B52CEAD4-6A6F-4934-B54D-4B1A29FCAFA1}" dt="2026-03-13T17:12:20.606" v="1798" actId="14100"/>
          <ac:picMkLst>
            <pc:docMk/>
            <pc:sldMk cId="0" sldId="259"/>
            <ac:picMk id="10" creationId="{00000000-0000-0000-0000-000000000000}"/>
          </ac:picMkLst>
        </pc:picChg>
        <pc:picChg chg="add mod">
          <ac:chgData name="Aryan Mishra" userId="fc4402a8b8a28f25" providerId="LiveId" clId="{B52CEAD4-6A6F-4934-B54D-4B1A29FCAFA1}" dt="2026-03-13T17:07:53.193" v="1298" actId="1076"/>
          <ac:picMkLst>
            <pc:docMk/>
            <pc:sldMk cId="0" sldId="259"/>
            <ac:picMk id="11" creationId="{A5083206-ABEB-F7F7-A1F1-9DD894CEA814}"/>
          </ac:picMkLst>
        </pc:picChg>
        <pc:picChg chg="mod">
          <ac:chgData name="Aryan Mishra" userId="fc4402a8b8a28f25" providerId="LiveId" clId="{B52CEAD4-6A6F-4934-B54D-4B1A29FCAFA1}" dt="2026-03-13T17:11:52.018" v="1785" actId="1076"/>
          <ac:picMkLst>
            <pc:docMk/>
            <pc:sldMk cId="0" sldId="259"/>
            <ac:picMk id="21" creationId="{00000000-0000-0000-0000-000000000000}"/>
          </ac:picMkLst>
        </pc:picChg>
        <pc:picChg chg="add mod">
          <ac:chgData name="Aryan Mishra" userId="fc4402a8b8a28f25" providerId="LiveId" clId="{B52CEAD4-6A6F-4934-B54D-4B1A29FCAFA1}" dt="2026-03-13T17:08:03.216" v="1301" actId="14100"/>
          <ac:picMkLst>
            <pc:docMk/>
            <pc:sldMk cId="0" sldId="259"/>
            <ac:picMk id="25" creationId="{613842F3-24E2-071D-DC47-945A3A3BEC12}"/>
          </ac:picMkLst>
        </pc:picChg>
      </pc:sldChg>
      <pc:sldChg chg="addSp delSp modSp mod">
        <pc:chgData name="Aryan Mishra" userId="fc4402a8b8a28f25" providerId="LiveId" clId="{B52CEAD4-6A6F-4934-B54D-4B1A29FCAFA1}" dt="2026-03-13T18:14:27.213" v="3694" actId="20577"/>
        <pc:sldMkLst>
          <pc:docMk/>
          <pc:sldMk cId="0" sldId="260"/>
        </pc:sldMkLst>
        <pc:spChg chg="mod">
          <ac:chgData name="Aryan Mishra" userId="fc4402a8b8a28f25" providerId="LiveId" clId="{B52CEAD4-6A6F-4934-B54D-4B1A29FCAFA1}" dt="2026-03-13T17:35:45.109" v="2444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yan Mishra" userId="fc4402a8b8a28f25" providerId="LiveId" clId="{B52CEAD4-6A6F-4934-B54D-4B1A29FCAFA1}" dt="2026-03-13T18:14:27.213" v="3694" actId="20577"/>
          <ac:spMkLst>
            <pc:docMk/>
            <pc:sldMk cId="0" sldId="260"/>
            <ac:spMk id="10" creationId="{00000000-0000-0000-0000-000000000000}"/>
          </ac:spMkLst>
        </pc:spChg>
        <pc:picChg chg="del">
          <ac:chgData name="Aryan Mishra" userId="fc4402a8b8a28f25" providerId="LiveId" clId="{B52CEAD4-6A6F-4934-B54D-4B1A29FCAFA1}" dt="2026-03-13T18:09:02.181" v="3559" actId="21"/>
          <ac:picMkLst>
            <pc:docMk/>
            <pc:sldMk cId="0" sldId="260"/>
            <ac:picMk id="11" creationId="{00000000-0000-0000-0000-000000000000}"/>
          </ac:picMkLst>
        </pc:picChg>
        <pc:picChg chg="add mod">
          <ac:chgData name="Aryan Mishra" userId="fc4402a8b8a28f25" providerId="LiveId" clId="{B52CEAD4-6A6F-4934-B54D-4B1A29FCAFA1}" dt="2026-03-13T17:45:07.042" v="2854" actId="1076"/>
          <ac:picMkLst>
            <pc:docMk/>
            <pc:sldMk cId="0" sldId="260"/>
            <ac:picMk id="15" creationId="{1C7FC9AE-F06F-F007-79B0-53EB37AC6CF4}"/>
          </ac:picMkLst>
        </pc:picChg>
        <pc:picChg chg="add del mod">
          <ac:chgData name="Aryan Mishra" userId="fc4402a8b8a28f25" providerId="LiveId" clId="{B52CEAD4-6A6F-4934-B54D-4B1A29FCAFA1}" dt="2026-03-13T18:09:33.732" v="3565" actId="21"/>
          <ac:picMkLst>
            <pc:docMk/>
            <pc:sldMk cId="0" sldId="260"/>
            <ac:picMk id="16" creationId="{A37991AE-83A9-F40A-D54B-263FAAD5FD7D}"/>
          </ac:picMkLst>
        </pc:picChg>
        <pc:picChg chg="add del mod">
          <ac:chgData name="Aryan Mishra" userId="fc4402a8b8a28f25" providerId="LiveId" clId="{B52CEAD4-6A6F-4934-B54D-4B1A29FCAFA1}" dt="2026-03-13T18:11:21.060" v="3663" actId="21"/>
          <ac:picMkLst>
            <pc:docMk/>
            <pc:sldMk cId="0" sldId="260"/>
            <ac:picMk id="17" creationId="{076AC59D-23FB-D032-1449-16FC8E19CAE5}"/>
          </ac:picMkLst>
        </pc:picChg>
        <pc:picChg chg="add mod">
          <ac:chgData name="Aryan Mishra" userId="fc4402a8b8a28f25" providerId="LiveId" clId="{B52CEAD4-6A6F-4934-B54D-4B1A29FCAFA1}" dt="2026-03-13T18:14:15.073" v="3681" actId="14100"/>
          <ac:picMkLst>
            <pc:docMk/>
            <pc:sldMk cId="0" sldId="260"/>
            <ac:picMk id="18" creationId="{D235AF33-BB88-2604-8A2B-C80BF48AB1F5}"/>
          </ac:picMkLst>
        </pc:picChg>
        <pc:picChg chg="del">
          <ac:chgData name="Aryan Mishra" userId="fc4402a8b8a28f25" providerId="LiveId" clId="{B52CEAD4-6A6F-4934-B54D-4B1A29FCAFA1}" dt="2026-03-13T17:26:24.712" v="2414" actId="21"/>
          <ac:picMkLst>
            <pc:docMk/>
            <pc:sldMk cId="0" sldId="260"/>
            <ac:picMk id="30" creationId="{1CC3D12F-7362-C8F7-25EF-313DB520441B}"/>
          </ac:picMkLst>
        </pc:picChg>
      </pc:sldChg>
      <pc:sldChg chg="addSp delSp modSp mod ord">
        <pc:chgData name="Aryan Mishra" userId="fc4402a8b8a28f25" providerId="LiveId" clId="{B52CEAD4-6A6F-4934-B54D-4B1A29FCAFA1}" dt="2026-03-13T18:00:50.766" v="3350" actId="1076"/>
        <pc:sldMkLst>
          <pc:docMk/>
          <pc:sldMk cId="0" sldId="261"/>
        </pc:sldMkLst>
        <pc:spChg chg="mod">
          <ac:chgData name="Aryan Mishra" userId="fc4402a8b8a28f25" providerId="LiveId" clId="{B52CEAD4-6A6F-4934-B54D-4B1A29FCAFA1}" dt="2026-03-13T18:00:50.766" v="3350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ryan Mishra" userId="fc4402a8b8a28f25" providerId="LiveId" clId="{B52CEAD4-6A6F-4934-B54D-4B1A29FCAFA1}" dt="2026-03-13T17:51:16.168" v="295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ryan Mishra" userId="fc4402a8b8a28f25" providerId="LiveId" clId="{B52CEAD4-6A6F-4934-B54D-4B1A29FCAFA1}" dt="2026-03-13T17:48:18.460" v="2912" actId="1076"/>
          <ac:spMkLst>
            <pc:docMk/>
            <pc:sldMk cId="0" sldId="261"/>
            <ac:spMk id="11" creationId="{00000000-0000-0000-0000-000000000000}"/>
          </ac:spMkLst>
        </pc:spChg>
        <pc:spChg chg="add del mod">
          <ac:chgData name="Aryan Mishra" userId="fc4402a8b8a28f25" providerId="LiveId" clId="{B52CEAD4-6A6F-4934-B54D-4B1A29FCAFA1}" dt="2026-03-13T17:56:13.498" v="3064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ryan Mishra" userId="fc4402a8b8a28f25" providerId="LiveId" clId="{B52CEAD4-6A6F-4934-B54D-4B1A29FCAFA1}" dt="2026-03-13T17:55:39.256" v="304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ryan Mishra" userId="fc4402a8b8a28f25" providerId="LiveId" clId="{B52CEAD4-6A6F-4934-B54D-4B1A29FCAFA1}" dt="2026-03-13T18:00:33.134" v="3348" actId="579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ryan Mishra" userId="fc4402a8b8a28f25" providerId="LiveId" clId="{B52CEAD4-6A6F-4934-B54D-4B1A29FCAFA1}" dt="2026-03-13T17:53:03.976" v="2999" actId="14100"/>
          <ac:spMkLst>
            <pc:docMk/>
            <pc:sldMk cId="0" sldId="261"/>
            <ac:spMk id="22" creationId="{00000000-0000-0000-0000-000000000000}"/>
          </ac:spMkLst>
        </pc:spChg>
        <pc:spChg chg="mod topLvl">
          <ac:chgData name="Aryan Mishra" userId="fc4402a8b8a28f25" providerId="LiveId" clId="{B52CEAD4-6A6F-4934-B54D-4B1A29FCAFA1}" dt="2026-03-13T17:51:24.792" v="2951" actId="1076"/>
          <ac:spMkLst>
            <pc:docMk/>
            <pc:sldMk cId="0" sldId="261"/>
            <ac:spMk id="25" creationId="{00000000-0000-0000-0000-000000000000}"/>
          </ac:spMkLst>
        </pc:spChg>
        <pc:spChg chg="add">
          <ac:chgData name="Aryan Mishra" userId="fc4402a8b8a28f25" providerId="LiveId" clId="{B52CEAD4-6A6F-4934-B54D-4B1A29FCAFA1}" dt="2026-03-13T17:45:33.610" v="2857"/>
          <ac:spMkLst>
            <pc:docMk/>
            <pc:sldMk cId="0" sldId="261"/>
            <ac:spMk id="26" creationId="{8BFDF271-21BB-38F3-CE82-6A28059AA524}"/>
          </ac:spMkLst>
        </pc:spChg>
        <pc:spChg chg="mod">
          <ac:chgData name="Aryan Mishra" userId="fc4402a8b8a28f25" providerId="LiveId" clId="{B52CEAD4-6A6F-4934-B54D-4B1A29FCAFA1}" dt="2026-03-13T17:53:25.567" v="3003" actId="1076"/>
          <ac:spMkLst>
            <pc:docMk/>
            <pc:sldMk cId="0" sldId="261"/>
            <ac:spMk id="28" creationId="{00000000-0000-0000-0000-000000000000}"/>
          </ac:spMkLst>
        </pc:spChg>
        <pc:grpChg chg="mod">
          <ac:chgData name="Aryan Mishra" userId="fc4402a8b8a28f25" providerId="LiveId" clId="{B52CEAD4-6A6F-4934-B54D-4B1A29FCAFA1}" dt="2026-03-13T17:55:39.970" v="3051" actId="1076"/>
          <ac:grpSpMkLst>
            <pc:docMk/>
            <pc:sldMk cId="0" sldId="261"/>
            <ac:grpSpMk id="12" creationId="{00000000-0000-0000-0000-000000000000}"/>
          </ac:grpSpMkLst>
        </pc:grpChg>
        <pc:grpChg chg="mod">
          <ac:chgData name="Aryan Mishra" userId="fc4402a8b8a28f25" providerId="LiveId" clId="{B52CEAD4-6A6F-4934-B54D-4B1A29FCAFA1}" dt="2026-03-13T17:53:12.038" v="3001" actId="14100"/>
          <ac:grpSpMkLst>
            <pc:docMk/>
            <pc:sldMk cId="0" sldId="261"/>
            <ac:grpSpMk id="20" creationId="{00000000-0000-0000-0000-000000000000}"/>
          </ac:grpSpMkLst>
        </pc:grpChg>
        <pc:grpChg chg="del mod">
          <ac:chgData name="Aryan Mishra" userId="fc4402a8b8a28f25" providerId="LiveId" clId="{B52CEAD4-6A6F-4934-B54D-4B1A29FCAFA1}" dt="2026-03-13T17:49:40.263" v="2923" actId="478"/>
          <ac:grpSpMkLst>
            <pc:docMk/>
            <pc:sldMk cId="0" sldId="261"/>
            <ac:grpSpMk id="23" creationId="{00000000-0000-0000-0000-000000000000}"/>
          </ac:grpSpMkLst>
        </pc:grpChg>
        <pc:picChg chg="del mod">
          <ac:chgData name="Aryan Mishra" userId="fc4402a8b8a28f25" providerId="LiveId" clId="{B52CEAD4-6A6F-4934-B54D-4B1A29FCAFA1}" dt="2026-03-13T17:56:41.135" v="3065" actId="478"/>
          <ac:picMkLst>
            <pc:docMk/>
            <pc:sldMk cId="0" sldId="261"/>
            <ac:picMk id="13" creationId="{00000000-0000-0000-0000-000000000000}"/>
          </ac:picMkLst>
        </pc:picChg>
        <pc:picChg chg="mod">
          <ac:chgData name="Aryan Mishra" userId="fc4402a8b8a28f25" providerId="LiveId" clId="{B52CEAD4-6A6F-4934-B54D-4B1A29FCAFA1}" dt="2026-03-13T17:55:39.515" v="3049" actId="1076"/>
          <ac:picMkLst>
            <pc:docMk/>
            <pc:sldMk cId="0" sldId="261"/>
            <ac:picMk id="15" creationId="{00000000-0000-0000-0000-000000000000}"/>
          </ac:picMkLst>
        </pc:picChg>
        <pc:picChg chg="add del">
          <ac:chgData name="Aryan Mishra" userId="fc4402a8b8a28f25" providerId="LiveId" clId="{B52CEAD4-6A6F-4934-B54D-4B1A29FCAFA1}" dt="2026-03-13T17:55:37.007" v="3041" actId="478"/>
          <ac:picMkLst>
            <pc:docMk/>
            <pc:sldMk cId="0" sldId="261"/>
            <ac:picMk id="16" creationId="{00000000-0000-0000-0000-000000000000}"/>
          </ac:picMkLst>
        </pc:picChg>
        <pc:picChg chg="mod">
          <ac:chgData name="Aryan Mishra" userId="fc4402a8b8a28f25" providerId="LiveId" clId="{B52CEAD4-6A6F-4934-B54D-4B1A29FCAFA1}" dt="2026-03-13T17:53:16.580" v="3002" actId="14100"/>
          <ac:picMkLst>
            <pc:docMk/>
            <pc:sldMk cId="0" sldId="261"/>
            <ac:picMk id="21" creationId="{00000000-0000-0000-0000-000000000000}"/>
          </ac:picMkLst>
        </pc:picChg>
        <pc:picChg chg="del mod topLvl">
          <ac:chgData name="Aryan Mishra" userId="fc4402a8b8a28f25" providerId="LiveId" clId="{B52CEAD4-6A6F-4934-B54D-4B1A29FCAFA1}" dt="2026-03-13T17:49:40.263" v="2923" actId="478"/>
          <ac:picMkLst>
            <pc:docMk/>
            <pc:sldMk cId="0" sldId="261"/>
            <ac:picMk id="24" creationId="{00000000-0000-0000-0000-000000000000}"/>
          </ac:picMkLst>
        </pc:picChg>
        <pc:picChg chg="del">
          <ac:chgData name="Aryan Mishra" userId="fc4402a8b8a28f25" providerId="LiveId" clId="{B52CEAD4-6A6F-4934-B54D-4B1A29FCAFA1}" dt="2026-03-13T17:36:39.816" v="2449" actId="21"/>
          <ac:picMkLst>
            <pc:docMk/>
            <pc:sldMk cId="0" sldId="261"/>
            <ac:picMk id="27" creationId="{00000000-0000-0000-0000-000000000000}"/>
          </ac:picMkLst>
        </pc:picChg>
        <pc:picChg chg="add del mod">
          <ac:chgData name="Aryan Mishra" userId="fc4402a8b8a28f25" providerId="LiveId" clId="{B52CEAD4-6A6F-4934-B54D-4B1A29FCAFA1}" dt="2026-03-13T17:48:38.485" v="2913" actId="21"/>
          <ac:picMkLst>
            <pc:docMk/>
            <pc:sldMk cId="0" sldId="261"/>
            <ac:picMk id="29" creationId="{1A8D95BA-6327-69AB-30B9-7CA4B00A5E37}"/>
          </ac:picMkLst>
        </pc:picChg>
        <pc:picChg chg="add mod">
          <ac:chgData name="Aryan Mishra" userId="fc4402a8b8a28f25" providerId="LiveId" clId="{B52CEAD4-6A6F-4934-B54D-4B1A29FCAFA1}" dt="2026-03-13T17:49:11.149" v="2918" actId="1076"/>
          <ac:picMkLst>
            <pc:docMk/>
            <pc:sldMk cId="0" sldId="261"/>
            <ac:picMk id="30" creationId="{601F11C6-303A-6B88-103E-B3AC6B1303DE}"/>
          </ac:picMkLst>
        </pc:picChg>
      </pc:sldChg>
      <pc:sldChg chg="addSp delSp modSp new del mod">
        <pc:chgData name="Aryan Mishra" userId="fc4402a8b8a28f25" providerId="LiveId" clId="{B52CEAD4-6A6F-4934-B54D-4B1A29FCAFA1}" dt="2026-03-13T15:17:30.766" v="1185" actId="2696"/>
        <pc:sldMkLst>
          <pc:docMk/>
          <pc:sldMk cId="586895403" sldId="262"/>
        </pc:sldMkLst>
        <pc:spChg chg="del mod">
          <ac:chgData name="Aryan Mishra" userId="fc4402a8b8a28f25" providerId="LiveId" clId="{B52CEAD4-6A6F-4934-B54D-4B1A29FCAFA1}" dt="2026-03-13T15:17:18.175" v="1184" actId="21"/>
          <ac:spMkLst>
            <pc:docMk/>
            <pc:sldMk cId="586895403" sldId="262"/>
            <ac:spMk id="2" creationId="{C69AC9D8-539E-5132-C5E1-92C788A30488}"/>
          </ac:spMkLst>
        </pc:spChg>
        <pc:spChg chg="add mod">
          <ac:chgData name="Aryan Mishra" userId="fc4402a8b8a28f25" providerId="LiveId" clId="{B52CEAD4-6A6F-4934-B54D-4B1A29FCAFA1}" dt="2026-03-13T15:17:18.175" v="1184" actId="21"/>
          <ac:spMkLst>
            <pc:docMk/>
            <pc:sldMk cId="586895403" sldId="262"/>
            <ac:spMk id="5" creationId="{3982D989-CC39-E277-A7B7-CA14D0DE6CB6}"/>
          </ac:spMkLst>
        </pc:spChg>
      </pc:sldChg>
      <pc:sldChg chg="modSp new mod">
        <pc:chgData name="Aryan Mishra" userId="fc4402a8b8a28f25" providerId="LiveId" clId="{B52CEAD4-6A6F-4934-B54D-4B1A29FCAFA1}" dt="2026-03-13T15:20:21.986" v="1221"/>
        <pc:sldMkLst>
          <pc:docMk/>
          <pc:sldMk cId="1249584899" sldId="262"/>
        </pc:sldMkLst>
        <pc:spChg chg="mod">
          <ac:chgData name="Aryan Mishra" userId="fc4402a8b8a28f25" providerId="LiveId" clId="{B52CEAD4-6A6F-4934-B54D-4B1A29FCAFA1}" dt="2026-03-13T15:20:21.986" v="1221"/>
          <ac:spMkLst>
            <pc:docMk/>
            <pc:sldMk cId="1249584899" sldId="262"/>
            <ac:spMk id="2" creationId="{F2A46BDA-90C5-E202-F7FC-E54A885BDAB2}"/>
          </ac:spMkLst>
        </pc:spChg>
      </pc:sldChg>
      <pc:sldChg chg="addSp delSp modSp new mod ord">
        <pc:chgData name="Aryan Mishra" userId="fc4402a8b8a28f25" providerId="LiveId" clId="{B52CEAD4-6A6F-4934-B54D-4B1A29FCAFA1}" dt="2026-03-13T18:04:00.363" v="3557" actId="20577"/>
        <pc:sldMkLst>
          <pc:docMk/>
          <pc:sldMk cId="1236690020" sldId="263"/>
        </pc:sldMkLst>
        <pc:spChg chg="add del mod">
          <ac:chgData name="Aryan Mishra" userId="fc4402a8b8a28f25" providerId="LiveId" clId="{B52CEAD4-6A6F-4934-B54D-4B1A29FCAFA1}" dt="2026-03-13T17:42:56.899" v="2823" actId="21"/>
          <ac:spMkLst>
            <pc:docMk/>
            <pc:sldMk cId="1236690020" sldId="263"/>
            <ac:spMk id="2" creationId="{034DF9B8-EE53-90DC-3EE8-AFEEBB4A1374}"/>
          </ac:spMkLst>
        </pc:spChg>
        <pc:spChg chg="mod">
          <ac:chgData name="Aryan Mishra" userId="fc4402a8b8a28f25" providerId="LiveId" clId="{B52CEAD4-6A6F-4934-B54D-4B1A29FCAFA1}" dt="2026-03-13T18:04:00.363" v="3557" actId="20577"/>
          <ac:spMkLst>
            <pc:docMk/>
            <pc:sldMk cId="1236690020" sldId="263"/>
            <ac:spMk id="3" creationId="{EBAD3A3E-A4C4-5444-7A84-CCFD32CFB5AD}"/>
          </ac:spMkLst>
        </pc:spChg>
        <pc:spChg chg="add mod">
          <ac:chgData name="Aryan Mishra" userId="fc4402a8b8a28f25" providerId="LiveId" clId="{B52CEAD4-6A6F-4934-B54D-4B1A29FCAFA1}" dt="2026-03-13T17:44:20.885" v="2851" actId="1076"/>
          <ac:spMkLst>
            <pc:docMk/>
            <pc:sldMk cId="1236690020" sldId="263"/>
            <ac:spMk id="4" creationId="{F50AAD03-DE5A-2C91-3EC5-9890CCF44AED}"/>
          </ac:spMkLst>
        </pc:spChg>
      </pc:sldChg>
      <pc:sldMasterChg chg="setBg">
        <pc:chgData name="Aryan Mishra" userId="fc4402a8b8a28f25" providerId="LiveId" clId="{B52CEAD4-6A6F-4934-B54D-4B1A29FCAFA1}" dt="2026-03-13T15:20:53.684" v="1227"/>
        <pc:sldMasterMkLst>
          <pc:docMk/>
          <pc:sldMasterMk cId="357541927" sldId="214748367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CB308-6087-49B2-B7BA-5A86B38C7C4E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4D64D-3F7D-40BF-90BA-DAABE8ECC3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7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D64D-3F7D-40BF-90BA-DAABE8ECC3F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53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281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954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796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982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899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065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66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247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708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803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0402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841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60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D3A3E-A4C4-5444-7A84-CCFD32CFB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Team Name : NEXT GEN DEVELOPERS </a:t>
            </a:r>
          </a:p>
          <a:p>
            <a:r>
              <a:rPr lang="en-IN" dirty="0"/>
              <a:t>Team Members : ARYAN MISHRA , ADITYA KUMAR SINGH</a:t>
            </a:r>
          </a:p>
          <a:p>
            <a:r>
              <a:rPr lang="en-IN" dirty="0"/>
              <a:t>TECHNEX I’D : TX265071 , TX265062</a:t>
            </a:r>
          </a:p>
          <a:p>
            <a:r>
              <a:rPr lang="en-IN" dirty="0"/>
              <a:t>Category : SOFTWARE</a:t>
            </a:r>
          </a:p>
          <a:p>
            <a:r>
              <a:rPr lang="en-IN" dirty="0"/>
              <a:t>Problem Statement : INTERACTIVE CLIMATE DATA VISUALIZATION AND INTELLIGENCE 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AAD03-DE5A-2C91-3EC5-9890CCF44AED}"/>
              </a:ext>
            </a:extLst>
          </p:cNvPr>
          <p:cNvSpPr txBox="1"/>
          <p:nvPr/>
        </p:nvSpPr>
        <p:spPr>
          <a:xfrm>
            <a:off x="1130270" y="838200"/>
            <a:ext cx="10161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TECHNEX’26 IIT BHU </a:t>
            </a:r>
          </a:p>
        </p:txBody>
      </p:sp>
    </p:spTree>
    <p:extLst>
      <p:ext uri="{BB962C8B-B14F-4D97-AF65-F5344CB8AC3E}">
        <p14:creationId xmlns:p14="http://schemas.microsoft.com/office/powerpoint/2010/main" val="1236690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6584" y="53158"/>
            <a:ext cx="2062417" cy="785042"/>
          </a:xfrm>
          <a:custGeom>
            <a:avLst/>
            <a:gdLst/>
            <a:ahLst/>
            <a:cxnLst/>
            <a:rect l="l" t="t" r="r" b="b"/>
            <a:pathLst>
              <a:path w="2042160" h="942340">
                <a:moveTo>
                  <a:pt x="0" y="470915"/>
                </a:moveTo>
                <a:lnTo>
                  <a:pt x="7955" y="411842"/>
                </a:lnTo>
                <a:lnTo>
                  <a:pt x="31184" y="354958"/>
                </a:lnTo>
                <a:lnTo>
                  <a:pt x="68729" y="300707"/>
                </a:lnTo>
                <a:lnTo>
                  <a:pt x="119634" y="249528"/>
                </a:lnTo>
                <a:lnTo>
                  <a:pt x="149798" y="225229"/>
                </a:lnTo>
                <a:lnTo>
                  <a:pt x="182942" y="201864"/>
                </a:lnTo>
                <a:lnTo>
                  <a:pt x="218948" y="179487"/>
                </a:lnTo>
                <a:lnTo>
                  <a:pt x="257695" y="158155"/>
                </a:lnTo>
                <a:lnTo>
                  <a:pt x="299065" y="137921"/>
                </a:lnTo>
                <a:lnTo>
                  <a:pt x="342938" y="118842"/>
                </a:lnTo>
                <a:lnTo>
                  <a:pt x="389194" y="100973"/>
                </a:lnTo>
                <a:lnTo>
                  <a:pt x="437713" y="84368"/>
                </a:lnTo>
                <a:lnTo>
                  <a:pt x="488376" y="69082"/>
                </a:lnTo>
                <a:lnTo>
                  <a:pt x="541063" y="55171"/>
                </a:lnTo>
                <a:lnTo>
                  <a:pt x="595655" y="42691"/>
                </a:lnTo>
                <a:lnTo>
                  <a:pt x="652031" y="31696"/>
                </a:lnTo>
                <a:lnTo>
                  <a:pt x="710074" y="22240"/>
                </a:lnTo>
                <a:lnTo>
                  <a:pt x="769662" y="14381"/>
                </a:lnTo>
                <a:lnTo>
                  <a:pt x="830676" y="8172"/>
                </a:lnTo>
                <a:lnTo>
                  <a:pt x="892997" y="3668"/>
                </a:lnTo>
                <a:lnTo>
                  <a:pt x="956504" y="926"/>
                </a:lnTo>
                <a:lnTo>
                  <a:pt x="1021080" y="0"/>
                </a:lnTo>
                <a:lnTo>
                  <a:pt x="1085649" y="926"/>
                </a:lnTo>
                <a:lnTo>
                  <a:pt x="1149152" y="3668"/>
                </a:lnTo>
                <a:lnTo>
                  <a:pt x="1211469" y="8172"/>
                </a:lnTo>
                <a:lnTo>
                  <a:pt x="1272481" y="14381"/>
                </a:lnTo>
                <a:lnTo>
                  <a:pt x="1332066" y="22240"/>
                </a:lnTo>
                <a:lnTo>
                  <a:pt x="1390107" y="31696"/>
                </a:lnTo>
                <a:lnTo>
                  <a:pt x="1446482" y="42691"/>
                </a:lnTo>
                <a:lnTo>
                  <a:pt x="1501074" y="55171"/>
                </a:lnTo>
                <a:lnTo>
                  <a:pt x="1553761" y="69082"/>
                </a:lnTo>
                <a:lnTo>
                  <a:pt x="1604424" y="84368"/>
                </a:lnTo>
                <a:lnTo>
                  <a:pt x="1652944" y="100973"/>
                </a:lnTo>
                <a:lnTo>
                  <a:pt x="1699201" y="118842"/>
                </a:lnTo>
                <a:lnTo>
                  <a:pt x="1743074" y="137921"/>
                </a:lnTo>
                <a:lnTo>
                  <a:pt x="1784446" y="158155"/>
                </a:lnTo>
                <a:lnTo>
                  <a:pt x="1823195" y="179487"/>
                </a:lnTo>
                <a:lnTo>
                  <a:pt x="1859203" y="201864"/>
                </a:lnTo>
                <a:lnTo>
                  <a:pt x="1892350" y="225229"/>
                </a:lnTo>
                <a:lnTo>
                  <a:pt x="1922515" y="249528"/>
                </a:lnTo>
                <a:lnTo>
                  <a:pt x="1973423" y="300707"/>
                </a:lnTo>
                <a:lnTo>
                  <a:pt x="2010972" y="354958"/>
                </a:lnTo>
                <a:lnTo>
                  <a:pt x="2034203" y="411842"/>
                </a:lnTo>
                <a:lnTo>
                  <a:pt x="2042159" y="470915"/>
                </a:lnTo>
                <a:lnTo>
                  <a:pt x="2040150" y="500699"/>
                </a:lnTo>
                <a:lnTo>
                  <a:pt x="2024437" y="558732"/>
                </a:lnTo>
                <a:lnTo>
                  <a:pt x="1993928" y="614355"/>
                </a:lnTo>
                <a:lnTo>
                  <a:pt x="1949579" y="667125"/>
                </a:lnTo>
                <a:lnTo>
                  <a:pt x="1892350" y="716602"/>
                </a:lnTo>
                <a:lnTo>
                  <a:pt x="1859203" y="739967"/>
                </a:lnTo>
                <a:lnTo>
                  <a:pt x="1823195" y="762344"/>
                </a:lnTo>
                <a:lnTo>
                  <a:pt x="1784446" y="783676"/>
                </a:lnTo>
                <a:lnTo>
                  <a:pt x="1743075" y="803909"/>
                </a:lnTo>
                <a:lnTo>
                  <a:pt x="1699201" y="822989"/>
                </a:lnTo>
                <a:lnTo>
                  <a:pt x="1652944" y="840858"/>
                </a:lnTo>
                <a:lnTo>
                  <a:pt x="1604424" y="857463"/>
                </a:lnTo>
                <a:lnTo>
                  <a:pt x="1553761" y="872749"/>
                </a:lnTo>
                <a:lnTo>
                  <a:pt x="1501074" y="886660"/>
                </a:lnTo>
                <a:lnTo>
                  <a:pt x="1446482" y="899140"/>
                </a:lnTo>
                <a:lnTo>
                  <a:pt x="1390107" y="910135"/>
                </a:lnTo>
                <a:lnTo>
                  <a:pt x="1332066" y="919591"/>
                </a:lnTo>
                <a:lnTo>
                  <a:pt x="1272481" y="927450"/>
                </a:lnTo>
                <a:lnTo>
                  <a:pt x="1211469" y="933659"/>
                </a:lnTo>
                <a:lnTo>
                  <a:pt x="1149152" y="938163"/>
                </a:lnTo>
                <a:lnTo>
                  <a:pt x="1085649" y="940905"/>
                </a:lnTo>
                <a:lnTo>
                  <a:pt x="1021080" y="941831"/>
                </a:lnTo>
                <a:lnTo>
                  <a:pt x="956504" y="940905"/>
                </a:lnTo>
                <a:lnTo>
                  <a:pt x="892997" y="938163"/>
                </a:lnTo>
                <a:lnTo>
                  <a:pt x="830676" y="933659"/>
                </a:lnTo>
                <a:lnTo>
                  <a:pt x="769662" y="927450"/>
                </a:lnTo>
                <a:lnTo>
                  <a:pt x="710074" y="919591"/>
                </a:lnTo>
                <a:lnTo>
                  <a:pt x="652031" y="910135"/>
                </a:lnTo>
                <a:lnTo>
                  <a:pt x="595655" y="899140"/>
                </a:lnTo>
                <a:lnTo>
                  <a:pt x="541063" y="886660"/>
                </a:lnTo>
                <a:lnTo>
                  <a:pt x="488376" y="872749"/>
                </a:lnTo>
                <a:lnTo>
                  <a:pt x="437713" y="857463"/>
                </a:lnTo>
                <a:lnTo>
                  <a:pt x="389194" y="840858"/>
                </a:lnTo>
                <a:lnTo>
                  <a:pt x="342938" y="822989"/>
                </a:lnTo>
                <a:lnTo>
                  <a:pt x="299065" y="803910"/>
                </a:lnTo>
                <a:lnTo>
                  <a:pt x="257695" y="783676"/>
                </a:lnTo>
                <a:lnTo>
                  <a:pt x="218948" y="762344"/>
                </a:lnTo>
                <a:lnTo>
                  <a:pt x="182942" y="739967"/>
                </a:lnTo>
                <a:lnTo>
                  <a:pt x="149798" y="716602"/>
                </a:lnTo>
                <a:lnTo>
                  <a:pt x="119634" y="692303"/>
                </a:lnTo>
                <a:lnTo>
                  <a:pt x="68729" y="641124"/>
                </a:lnTo>
                <a:lnTo>
                  <a:pt x="31184" y="586873"/>
                </a:lnTo>
                <a:lnTo>
                  <a:pt x="7955" y="529989"/>
                </a:lnTo>
                <a:lnTo>
                  <a:pt x="0" y="470915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9300" y="152400"/>
            <a:ext cx="1251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11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74707"/>
                </a:solidFill>
                <a:latin typeface="Arial"/>
                <a:cs typeface="Arial"/>
              </a:rPr>
              <a:t>Next</a:t>
            </a:r>
            <a:r>
              <a:rPr sz="1800" b="1" spc="-15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74707"/>
                </a:solidFill>
                <a:latin typeface="Arial"/>
                <a:cs typeface="Arial"/>
              </a:rPr>
              <a:t>Gen </a:t>
            </a:r>
            <a:r>
              <a:rPr sz="1800" b="1" spc="-10" dirty="0">
                <a:solidFill>
                  <a:srgbClr val="974707"/>
                </a:solidFill>
                <a:latin typeface="Arial"/>
                <a:cs typeface="Arial"/>
              </a:rPr>
              <a:t>Developers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3198" y="4551779"/>
            <a:ext cx="4922203" cy="1997944"/>
          </a:xfrm>
          <a:custGeom>
            <a:avLst/>
            <a:gdLst/>
            <a:ahLst/>
            <a:cxnLst/>
            <a:rect l="l" t="t" r="r" b="b"/>
            <a:pathLst>
              <a:path w="5288280" h="2711450">
                <a:moveTo>
                  <a:pt x="5288280" y="305688"/>
                </a:moveTo>
                <a:lnTo>
                  <a:pt x="5284277" y="256115"/>
                </a:lnTo>
                <a:lnTo>
                  <a:pt x="5272691" y="209084"/>
                </a:lnTo>
                <a:lnTo>
                  <a:pt x="5254151" y="165226"/>
                </a:lnTo>
                <a:lnTo>
                  <a:pt x="5229286" y="125172"/>
                </a:lnTo>
                <a:lnTo>
                  <a:pt x="5198729" y="89550"/>
                </a:lnTo>
                <a:lnTo>
                  <a:pt x="5163107" y="58993"/>
                </a:lnTo>
                <a:lnTo>
                  <a:pt x="5123053" y="34128"/>
                </a:lnTo>
                <a:lnTo>
                  <a:pt x="5079195" y="15588"/>
                </a:lnTo>
                <a:lnTo>
                  <a:pt x="5032164" y="4002"/>
                </a:lnTo>
                <a:lnTo>
                  <a:pt x="4982591" y="0"/>
                </a:lnTo>
                <a:lnTo>
                  <a:pt x="305689" y="0"/>
                </a:lnTo>
                <a:lnTo>
                  <a:pt x="256103" y="4002"/>
                </a:lnTo>
                <a:lnTo>
                  <a:pt x="209065" y="15588"/>
                </a:lnTo>
                <a:lnTo>
                  <a:pt x="165204" y="34128"/>
                </a:lnTo>
                <a:lnTo>
                  <a:pt x="125150" y="58993"/>
                </a:lnTo>
                <a:lnTo>
                  <a:pt x="89531" y="89550"/>
                </a:lnTo>
                <a:lnTo>
                  <a:pt x="58978" y="125172"/>
                </a:lnTo>
                <a:lnTo>
                  <a:pt x="34119" y="165226"/>
                </a:lnTo>
                <a:lnTo>
                  <a:pt x="15583" y="209084"/>
                </a:lnTo>
                <a:lnTo>
                  <a:pt x="4000" y="256115"/>
                </a:lnTo>
                <a:lnTo>
                  <a:pt x="0" y="305688"/>
                </a:lnTo>
                <a:lnTo>
                  <a:pt x="0" y="2405506"/>
                </a:lnTo>
                <a:lnTo>
                  <a:pt x="4000" y="2455080"/>
                </a:lnTo>
                <a:lnTo>
                  <a:pt x="15583" y="2502111"/>
                </a:lnTo>
                <a:lnTo>
                  <a:pt x="34119" y="2545969"/>
                </a:lnTo>
                <a:lnTo>
                  <a:pt x="58978" y="2586023"/>
                </a:lnTo>
                <a:lnTo>
                  <a:pt x="89531" y="2621645"/>
                </a:lnTo>
                <a:lnTo>
                  <a:pt x="125150" y="2652202"/>
                </a:lnTo>
                <a:lnTo>
                  <a:pt x="165204" y="2677067"/>
                </a:lnTo>
                <a:lnTo>
                  <a:pt x="209065" y="2695607"/>
                </a:lnTo>
                <a:lnTo>
                  <a:pt x="256103" y="2707193"/>
                </a:lnTo>
                <a:lnTo>
                  <a:pt x="305689" y="2711196"/>
                </a:lnTo>
                <a:lnTo>
                  <a:pt x="4982591" y="2711196"/>
                </a:lnTo>
                <a:lnTo>
                  <a:pt x="5032164" y="2707193"/>
                </a:lnTo>
                <a:lnTo>
                  <a:pt x="5079195" y="2695607"/>
                </a:lnTo>
                <a:lnTo>
                  <a:pt x="5123053" y="2677067"/>
                </a:lnTo>
                <a:lnTo>
                  <a:pt x="5163107" y="2652202"/>
                </a:lnTo>
                <a:lnTo>
                  <a:pt x="5198729" y="2621645"/>
                </a:lnTo>
                <a:lnTo>
                  <a:pt x="5229286" y="2586023"/>
                </a:lnTo>
                <a:lnTo>
                  <a:pt x="5254151" y="2545969"/>
                </a:lnTo>
                <a:lnTo>
                  <a:pt x="5272691" y="2502111"/>
                </a:lnTo>
                <a:lnTo>
                  <a:pt x="5284277" y="2455080"/>
                </a:lnTo>
                <a:lnTo>
                  <a:pt x="5288280" y="2405506"/>
                </a:lnTo>
                <a:lnTo>
                  <a:pt x="5288280" y="305688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45615" y="125605"/>
            <a:ext cx="9829800" cy="887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dirty="0"/>
              <a:t>Billions of Climate Data Points — Where Are the Insights?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b="1" dirty="0">
              <a:latin typeface="Arial"/>
              <a:cs typeface="Arial"/>
            </a:endParaRPr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6031EDF3-5A9D-997F-3766-4F81BAA68B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3E08D1A2-7749-AE06-9A31-D23EF44F5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C6F0C4F8-32F8-A139-C5E7-29F64F9BFC76}"/>
              </a:ext>
            </a:extLst>
          </p:cNvPr>
          <p:cNvSpPr/>
          <p:nvPr/>
        </p:nvSpPr>
        <p:spPr>
          <a:xfrm>
            <a:off x="116584" y="937442"/>
            <a:ext cx="5065016" cy="3500032"/>
          </a:xfrm>
          <a:custGeom>
            <a:avLst/>
            <a:gdLst/>
            <a:ahLst/>
            <a:cxnLst/>
            <a:rect l="l" t="t" r="r" b="b"/>
            <a:pathLst>
              <a:path w="5288280" h="2711450">
                <a:moveTo>
                  <a:pt x="5288280" y="305688"/>
                </a:moveTo>
                <a:lnTo>
                  <a:pt x="5284277" y="256115"/>
                </a:lnTo>
                <a:lnTo>
                  <a:pt x="5272691" y="209084"/>
                </a:lnTo>
                <a:lnTo>
                  <a:pt x="5254151" y="165226"/>
                </a:lnTo>
                <a:lnTo>
                  <a:pt x="5229286" y="125172"/>
                </a:lnTo>
                <a:lnTo>
                  <a:pt x="5198729" y="89550"/>
                </a:lnTo>
                <a:lnTo>
                  <a:pt x="5163107" y="58993"/>
                </a:lnTo>
                <a:lnTo>
                  <a:pt x="5123053" y="34128"/>
                </a:lnTo>
                <a:lnTo>
                  <a:pt x="5079195" y="15588"/>
                </a:lnTo>
                <a:lnTo>
                  <a:pt x="5032164" y="4002"/>
                </a:lnTo>
                <a:lnTo>
                  <a:pt x="4982591" y="0"/>
                </a:lnTo>
                <a:lnTo>
                  <a:pt x="305689" y="0"/>
                </a:lnTo>
                <a:lnTo>
                  <a:pt x="256103" y="4002"/>
                </a:lnTo>
                <a:lnTo>
                  <a:pt x="209065" y="15588"/>
                </a:lnTo>
                <a:lnTo>
                  <a:pt x="165204" y="34128"/>
                </a:lnTo>
                <a:lnTo>
                  <a:pt x="125150" y="58993"/>
                </a:lnTo>
                <a:lnTo>
                  <a:pt x="89531" y="89550"/>
                </a:lnTo>
                <a:lnTo>
                  <a:pt x="58978" y="125172"/>
                </a:lnTo>
                <a:lnTo>
                  <a:pt x="34119" y="165226"/>
                </a:lnTo>
                <a:lnTo>
                  <a:pt x="15583" y="209084"/>
                </a:lnTo>
                <a:lnTo>
                  <a:pt x="4000" y="256115"/>
                </a:lnTo>
                <a:lnTo>
                  <a:pt x="0" y="305688"/>
                </a:lnTo>
                <a:lnTo>
                  <a:pt x="0" y="2405506"/>
                </a:lnTo>
                <a:lnTo>
                  <a:pt x="4000" y="2455080"/>
                </a:lnTo>
                <a:lnTo>
                  <a:pt x="15583" y="2502111"/>
                </a:lnTo>
                <a:lnTo>
                  <a:pt x="34119" y="2545969"/>
                </a:lnTo>
                <a:lnTo>
                  <a:pt x="58978" y="2586023"/>
                </a:lnTo>
                <a:lnTo>
                  <a:pt x="89531" y="2621645"/>
                </a:lnTo>
                <a:lnTo>
                  <a:pt x="125150" y="2652202"/>
                </a:lnTo>
                <a:lnTo>
                  <a:pt x="165204" y="2677067"/>
                </a:lnTo>
                <a:lnTo>
                  <a:pt x="209065" y="2695607"/>
                </a:lnTo>
                <a:lnTo>
                  <a:pt x="256103" y="2707193"/>
                </a:lnTo>
                <a:lnTo>
                  <a:pt x="305689" y="2711196"/>
                </a:lnTo>
                <a:lnTo>
                  <a:pt x="4982591" y="2711196"/>
                </a:lnTo>
                <a:lnTo>
                  <a:pt x="5032164" y="2707193"/>
                </a:lnTo>
                <a:lnTo>
                  <a:pt x="5079195" y="2695607"/>
                </a:lnTo>
                <a:lnTo>
                  <a:pt x="5123053" y="2677067"/>
                </a:lnTo>
                <a:lnTo>
                  <a:pt x="5163107" y="2652202"/>
                </a:lnTo>
                <a:lnTo>
                  <a:pt x="5198729" y="2621645"/>
                </a:lnTo>
                <a:lnTo>
                  <a:pt x="5229286" y="2586023"/>
                </a:lnTo>
                <a:lnTo>
                  <a:pt x="5254151" y="2545969"/>
                </a:lnTo>
                <a:lnTo>
                  <a:pt x="5272691" y="2502111"/>
                </a:lnTo>
                <a:lnTo>
                  <a:pt x="5284277" y="2455080"/>
                </a:lnTo>
                <a:lnTo>
                  <a:pt x="5288280" y="2405506"/>
                </a:lnTo>
                <a:lnTo>
                  <a:pt x="5288280" y="305688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/>
          <p:cNvSpPr txBox="1"/>
          <p:nvPr/>
        </p:nvSpPr>
        <p:spPr>
          <a:xfrm>
            <a:off x="310080" y="992300"/>
            <a:ext cx="4571913" cy="344517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r>
              <a:rPr lang="en-US" sz="1600" dirty="0"/>
              <a:t>Climate datasets like </a:t>
            </a:r>
            <a:r>
              <a:rPr lang="en-US" sz="1600" b="1" dirty="0"/>
              <a:t>CESM and ERA5 contain billions of multidimensional data points</a:t>
            </a:r>
            <a:r>
              <a:rPr lang="en-US" sz="1600" dirty="0"/>
              <a:t>.</a:t>
            </a:r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endParaRPr lang="en-US" sz="1600" dirty="0"/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r>
              <a:rPr lang="en-US" sz="1600" dirty="0"/>
              <a:t>These datasets are stored in </a:t>
            </a:r>
            <a:r>
              <a:rPr lang="en-US" sz="1600" b="1" dirty="0" err="1"/>
              <a:t>NetCDF</a:t>
            </a:r>
            <a:r>
              <a:rPr lang="en-US" sz="1600" b="1" dirty="0"/>
              <a:t> format</a:t>
            </a:r>
            <a:r>
              <a:rPr lang="en-US" sz="1600" dirty="0"/>
              <a:t>, which is complex and difficult to analyze quickly.</a:t>
            </a:r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endParaRPr lang="en-US" sz="1600" dirty="0"/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r>
              <a:rPr lang="en-US" sz="1600" dirty="0"/>
              <a:t>Traditional tools are </a:t>
            </a:r>
            <a:r>
              <a:rPr lang="en-US" sz="1600" b="1" dirty="0"/>
              <a:t>not interactive enough to explore global climate changes effectively</a:t>
            </a:r>
            <a:r>
              <a:rPr lang="en-US" sz="1600" dirty="0"/>
              <a:t>.</a:t>
            </a:r>
            <a:endParaRPr lang="en-US" sz="1600" b="1" dirty="0"/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endParaRPr lang="en-US" sz="1600" b="1" dirty="0"/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r>
              <a:rPr lang="en-US" sz="1600" dirty="0"/>
              <a:t>There is a need for a </a:t>
            </a:r>
            <a:r>
              <a:rPr lang="en-US" sz="1600" b="1" dirty="0"/>
              <a:t>fast, interactive platform to visualize climate data and extract insights</a:t>
            </a:r>
            <a:r>
              <a:rPr lang="en-US" sz="1600" dirty="0"/>
              <a:t>.</a:t>
            </a:r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4CC518C6-71CE-D356-BAC6-EAA929352782}"/>
              </a:ext>
            </a:extLst>
          </p:cNvPr>
          <p:cNvSpPr txBox="1"/>
          <p:nvPr/>
        </p:nvSpPr>
        <p:spPr>
          <a:xfrm>
            <a:off x="381000" y="4551779"/>
            <a:ext cx="4805880" cy="232342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065" marR="5080">
              <a:lnSpc>
                <a:spcPts val="1670"/>
              </a:lnSpc>
              <a:spcBef>
                <a:spcPts val="165"/>
              </a:spcBef>
              <a:buSzPct val="128571"/>
              <a:tabLst>
                <a:tab pos="299085" algn="l"/>
              </a:tabLst>
            </a:pPr>
            <a:endParaRPr lang="en-US" sz="1600" dirty="0"/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r>
              <a:rPr lang="en-US" sz="1600" dirty="0"/>
              <a:t>Climate datasets are </a:t>
            </a:r>
            <a:r>
              <a:rPr lang="en-US" sz="1600" b="1" dirty="0"/>
              <a:t>extremely large (TB–PB scale)</a:t>
            </a:r>
            <a:r>
              <a:rPr lang="en-US" sz="1600" dirty="0"/>
              <a:t>, making quick analysis difficult.</a:t>
            </a:r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endParaRPr lang="en-US" sz="1600" dirty="0"/>
          </a:p>
          <a:p>
            <a:pPr marL="297180" marR="5080" indent="-285115">
              <a:lnSpc>
                <a:spcPts val="1670"/>
              </a:lnSpc>
              <a:spcBef>
                <a:spcPts val="165"/>
              </a:spcBef>
              <a:buSzPct val="128571"/>
              <a:buFont typeface="Segoe UI Symbol"/>
              <a:buChar char="❖"/>
              <a:tabLst>
                <a:tab pos="299085" algn="l"/>
              </a:tabLst>
            </a:pPr>
            <a:r>
              <a:rPr lang="en-US" sz="1600" dirty="0"/>
              <a:t>Lack of intuitive visualization makes it difficult to </a:t>
            </a:r>
            <a:r>
              <a:rPr lang="en-US" sz="1600" b="1" dirty="0"/>
              <a:t>communicate climate insights to the public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lang="en-US" sz="1600" dirty="0">
              <a:latin typeface="Microsoft Sans Serif"/>
              <a:cs typeface="Microsoft Sans Serif"/>
            </a:endParaRPr>
          </a:p>
        </p:txBody>
      </p:sp>
      <p:sp>
        <p:nvSpPr>
          <p:cNvPr id="2" name="AutoShape 2" descr="Generated image: Climate data visualization challenge">
            <a:extLst>
              <a:ext uri="{FF2B5EF4-FFF2-40B4-BE49-F238E27FC236}">
                <a16:creationId xmlns:a16="http://schemas.microsoft.com/office/drawing/2014/main" id="{D44EB194-B82E-9F34-4066-923ECCD119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77789-F651-50B2-67F3-45BBB411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769" y="910321"/>
            <a:ext cx="6623055" cy="56469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2494" y="73914"/>
            <a:ext cx="2344420" cy="742315"/>
          </a:xfrm>
          <a:custGeom>
            <a:avLst/>
            <a:gdLst/>
            <a:ahLst/>
            <a:cxnLst/>
            <a:rect l="l" t="t" r="r" b="b"/>
            <a:pathLst>
              <a:path w="2344420" h="742315">
                <a:moveTo>
                  <a:pt x="0" y="371093"/>
                </a:moveTo>
                <a:lnTo>
                  <a:pt x="7884" y="327811"/>
                </a:lnTo>
                <a:lnTo>
                  <a:pt x="30952" y="285996"/>
                </a:lnTo>
                <a:lnTo>
                  <a:pt x="68323" y="245928"/>
                </a:lnTo>
                <a:lnTo>
                  <a:pt x="119118" y="207883"/>
                </a:lnTo>
                <a:lnTo>
                  <a:pt x="182458" y="172142"/>
                </a:lnTo>
                <a:lnTo>
                  <a:pt x="218558" y="155221"/>
                </a:lnTo>
                <a:lnTo>
                  <a:pt x="257464" y="138981"/>
                </a:lnTo>
                <a:lnTo>
                  <a:pt x="299067" y="123456"/>
                </a:lnTo>
                <a:lnTo>
                  <a:pt x="343257" y="108680"/>
                </a:lnTo>
                <a:lnTo>
                  <a:pt x="389923" y="94688"/>
                </a:lnTo>
                <a:lnTo>
                  <a:pt x="438956" y="81516"/>
                </a:lnTo>
                <a:lnTo>
                  <a:pt x="490246" y="69197"/>
                </a:lnTo>
                <a:lnTo>
                  <a:pt x="543683" y="57767"/>
                </a:lnTo>
                <a:lnTo>
                  <a:pt x="599157" y="47261"/>
                </a:lnTo>
                <a:lnTo>
                  <a:pt x="656558" y="37713"/>
                </a:lnTo>
                <a:lnTo>
                  <a:pt x="715776" y="29158"/>
                </a:lnTo>
                <a:lnTo>
                  <a:pt x="776702" y="21631"/>
                </a:lnTo>
                <a:lnTo>
                  <a:pt x="839225" y="15166"/>
                </a:lnTo>
                <a:lnTo>
                  <a:pt x="903236" y="9799"/>
                </a:lnTo>
                <a:lnTo>
                  <a:pt x="968624" y="5564"/>
                </a:lnTo>
                <a:lnTo>
                  <a:pt x="1035280" y="2496"/>
                </a:lnTo>
                <a:lnTo>
                  <a:pt x="1103094" y="629"/>
                </a:lnTo>
                <a:lnTo>
                  <a:pt x="1171956" y="0"/>
                </a:lnTo>
                <a:lnTo>
                  <a:pt x="1240811" y="629"/>
                </a:lnTo>
                <a:lnTo>
                  <a:pt x="1308619" y="2496"/>
                </a:lnTo>
                <a:lnTo>
                  <a:pt x="1375270" y="5564"/>
                </a:lnTo>
                <a:lnTo>
                  <a:pt x="1440655" y="9799"/>
                </a:lnTo>
                <a:lnTo>
                  <a:pt x="1504663" y="15166"/>
                </a:lnTo>
                <a:lnTo>
                  <a:pt x="1567184" y="21631"/>
                </a:lnTo>
                <a:lnTo>
                  <a:pt x="1628108" y="29158"/>
                </a:lnTo>
                <a:lnTo>
                  <a:pt x="1687325" y="37713"/>
                </a:lnTo>
                <a:lnTo>
                  <a:pt x="1744726" y="47261"/>
                </a:lnTo>
                <a:lnTo>
                  <a:pt x="1800200" y="57767"/>
                </a:lnTo>
                <a:lnTo>
                  <a:pt x="1853638" y="69197"/>
                </a:lnTo>
                <a:lnTo>
                  <a:pt x="1904928" y="81516"/>
                </a:lnTo>
                <a:lnTo>
                  <a:pt x="1953963" y="94688"/>
                </a:lnTo>
                <a:lnTo>
                  <a:pt x="2000631" y="108680"/>
                </a:lnTo>
                <a:lnTo>
                  <a:pt x="2044822" y="123456"/>
                </a:lnTo>
                <a:lnTo>
                  <a:pt x="2086427" y="138981"/>
                </a:lnTo>
                <a:lnTo>
                  <a:pt x="2125335" y="155221"/>
                </a:lnTo>
                <a:lnTo>
                  <a:pt x="2161437" y="172142"/>
                </a:lnTo>
                <a:lnTo>
                  <a:pt x="2224782" y="207883"/>
                </a:lnTo>
                <a:lnTo>
                  <a:pt x="2275581" y="245928"/>
                </a:lnTo>
                <a:lnTo>
                  <a:pt x="2312956" y="285996"/>
                </a:lnTo>
                <a:lnTo>
                  <a:pt x="2336026" y="327811"/>
                </a:lnTo>
                <a:lnTo>
                  <a:pt x="2343912" y="371093"/>
                </a:lnTo>
                <a:lnTo>
                  <a:pt x="2341922" y="392901"/>
                </a:lnTo>
                <a:lnTo>
                  <a:pt x="2326334" y="435484"/>
                </a:lnTo>
                <a:lnTo>
                  <a:pt x="2296002" y="476461"/>
                </a:lnTo>
                <a:lnTo>
                  <a:pt x="2251805" y="515552"/>
                </a:lnTo>
                <a:lnTo>
                  <a:pt x="2194623" y="552480"/>
                </a:lnTo>
                <a:lnTo>
                  <a:pt x="2125335" y="586966"/>
                </a:lnTo>
                <a:lnTo>
                  <a:pt x="2086427" y="603206"/>
                </a:lnTo>
                <a:lnTo>
                  <a:pt x="2044822" y="618731"/>
                </a:lnTo>
                <a:lnTo>
                  <a:pt x="2000630" y="633507"/>
                </a:lnTo>
                <a:lnTo>
                  <a:pt x="1953963" y="647499"/>
                </a:lnTo>
                <a:lnTo>
                  <a:pt x="1904928" y="660671"/>
                </a:lnTo>
                <a:lnTo>
                  <a:pt x="1853638" y="672990"/>
                </a:lnTo>
                <a:lnTo>
                  <a:pt x="1800200" y="684420"/>
                </a:lnTo>
                <a:lnTo>
                  <a:pt x="1744726" y="694926"/>
                </a:lnTo>
                <a:lnTo>
                  <a:pt x="1687325" y="704474"/>
                </a:lnTo>
                <a:lnTo>
                  <a:pt x="1628108" y="713029"/>
                </a:lnTo>
                <a:lnTo>
                  <a:pt x="1567184" y="720556"/>
                </a:lnTo>
                <a:lnTo>
                  <a:pt x="1504663" y="727021"/>
                </a:lnTo>
                <a:lnTo>
                  <a:pt x="1440655" y="732388"/>
                </a:lnTo>
                <a:lnTo>
                  <a:pt x="1375270" y="736623"/>
                </a:lnTo>
                <a:lnTo>
                  <a:pt x="1308619" y="739691"/>
                </a:lnTo>
                <a:lnTo>
                  <a:pt x="1240811" y="741558"/>
                </a:lnTo>
                <a:lnTo>
                  <a:pt x="1171956" y="742187"/>
                </a:lnTo>
                <a:lnTo>
                  <a:pt x="1103094" y="741558"/>
                </a:lnTo>
                <a:lnTo>
                  <a:pt x="1035280" y="739691"/>
                </a:lnTo>
                <a:lnTo>
                  <a:pt x="968624" y="736623"/>
                </a:lnTo>
                <a:lnTo>
                  <a:pt x="903236" y="732388"/>
                </a:lnTo>
                <a:lnTo>
                  <a:pt x="839225" y="727021"/>
                </a:lnTo>
                <a:lnTo>
                  <a:pt x="776702" y="720556"/>
                </a:lnTo>
                <a:lnTo>
                  <a:pt x="715776" y="713029"/>
                </a:lnTo>
                <a:lnTo>
                  <a:pt x="656558" y="704474"/>
                </a:lnTo>
                <a:lnTo>
                  <a:pt x="599157" y="694926"/>
                </a:lnTo>
                <a:lnTo>
                  <a:pt x="543683" y="684420"/>
                </a:lnTo>
                <a:lnTo>
                  <a:pt x="490246" y="672990"/>
                </a:lnTo>
                <a:lnTo>
                  <a:pt x="438956" y="660671"/>
                </a:lnTo>
                <a:lnTo>
                  <a:pt x="389923" y="647499"/>
                </a:lnTo>
                <a:lnTo>
                  <a:pt x="343257" y="633507"/>
                </a:lnTo>
                <a:lnTo>
                  <a:pt x="299067" y="618731"/>
                </a:lnTo>
                <a:lnTo>
                  <a:pt x="257464" y="603206"/>
                </a:lnTo>
                <a:lnTo>
                  <a:pt x="218558" y="586966"/>
                </a:lnTo>
                <a:lnTo>
                  <a:pt x="182458" y="570045"/>
                </a:lnTo>
                <a:lnTo>
                  <a:pt x="119118" y="534304"/>
                </a:lnTo>
                <a:lnTo>
                  <a:pt x="68323" y="496259"/>
                </a:lnTo>
                <a:lnTo>
                  <a:pt x="30952" y="456191"/>
                </a:lnTo>
                <a:lnTo>
                  <a:pt x="7884" y="414376"/>
                </a:lnTo>
                <a:lnTo>
                  <a:pt x="0" y="371093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730" y="150952"/>
            <a:ext cx="125412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74707"/>
                </a:solidFill>
                <a:latin typeface="Arial"/>
                <a:cs typeface="Arial"/>
              </a:rPr>
              <a:t>Next</a:t>
            </a:r>
            <a:r>
              <a:rPr sz="1800" b="1" spc="-25" dirty="0">
                <a:solidFill>
                  <a:srgbClr val="974707"/>
                </a:solidFill>
                <a:latin typeface="Arial"/>
                <a:cs typeface="Arial"/>
              </a:rPr>
              <a:t> Gen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974707"/>
                </a:solidFill>
                <a:latin typeface="Arial"/>
                <a:cs typeface="Arial"/>
              </a:rPr>
              <a:t>Developers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2519" y="4242433"/>
            <a:ext cx="4886706" cy="2486738"/>
            <a:chOff x="246888" y="1050036"/>
            <a:chExt cx="4373499" cy="227799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888" y="1050036"/>
              <a:ext cx="4373499" cy="22779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4132" y="1074420"/>
              <a:ext cx="4288790" cy="2193290"/>
            </a:xfrm>
            <a:custGeom>
              <a:avLst/>
              <a:gdLst/>
              <a:ahLst/>
              <a:cxnLst/>
              <a:rect l="l" t="t" r="r" b="b"/>
              <a:pathLst>
                <a:path w="4288790" h="2193290">
                  <a:moveTo>
                    <a:pt x="0" y="251713"/>
                  </a:moveTo>
                  <a:lnTo>
                    <a:pt x="4054" y="206455"/>
                  </a:lnTo>
                  <a:lnTo>
                    <a:pt x="15744" y="163863"/>
                  </a:lnTo>
                  <a:lnTo>
                    <a:pt x="34360" y="124648"/>
                  </a:lnTo>
                  <a:lnTo>
                    <a:pt x="59189" y="89518"/>
                  </a:lnTo>
                  <a:lnTo>
                    <a:pt x="89522" y="59184"/>
                  </a:lnTo>
                  <a:lnTo>
                    <a:pt x="124648" y="34355"/>
                  </a:lnTo>
                  <a:lnTo>
                    <a:pt x="163856" y="15742"/>
                  </a:lnTo>
                  <a:lnTo>
                    <a:pt x="206435" y="4053"/>
                  </a:lnTo>
                  <a:lnTo>
                    <a:pt x="251675" y="0"/>
                  </a:lnTo>
                  <a:lnTo>
                    <a:pt x="4036821" y="0"/>
                  </a:lnTo>
                  <a:lnTo>
                    <a:pt x="4082080" y="4053"/>
                  </a:lnTo>
                  <a:lnTo>
                    <a:pt x="4124672" y="15742"/>
                  </a:lnTo>
                  <a:lnTo>
                    <a:pt x="4163887" y="34355"/>
                  </a:lnTo>
                  <a:lnTo>
                    <a:pt x="4199017" y="59184"/>
                  </a:lnTo>
                  <a:lnTo>
                    <a:pt x="4229351" y="89518"/>
                  </a:lnTo>
                  <a:lnTo>
                    <a:pt x="4254180" y="124648"/>
                  </a:lnTo>
                  <a:lnTo>
                    <a:pt x="4272793" y="163863"/>
                  </a:lnTo>
                  <a:lnTo>
                    <a:pt x="4284482" y="206455"/>
                  </a:lnTo>
                  <a:lnTo>
                    <a:pt x="4288535" y="251713"/>
                  </a:lnTo>
                  <a:lnTo>
                    <a:pt x="4288535" y="1941321"/>
                  </a:lnTo>
                  <a:lnTo>
                    <a:pt x="4284482" y="1986580"/>
                  </a:lnTo>
                  <a:lnTo>
                    <a:pt x="4272793" y="2029172"/>
                  </a:lnTo>
                  <a:lnTo>
                    <a:pt x="4254180" y="2068387"/>
                  </a:lnTo>
                  <a:lnTo>
                    <a:pt x="4229351" y="2103517"/>
                  </a:lnTo>
                  <a:lnTo>
                    <a:pt x="4199017" y="2133851"/>
                  </a:lnTo>
                  <a:lnTo>
                    <a:pt x="4163887" y="2158680"/>
                  </a:lnTo>
                  <a:lnTo>
                    <a:pt x="4124672" y="2177293"/>
                  </a:lnTo>
                  <a:lnTo>
                    <a:pt x="4082080" y="2188982"/>
                  </a:lnTo>
                  <a:lnTo>
                    <a:pt x="4036821" y="2193035"/>
                  </a:lnTo>
                  <a:lnTo>
                    <a:pt x="251675" y="2193035"/>
                  </a:lnTo>
                  <a:lnTo>
                    <a:pt x="206435" y="2188982"/>
                  </a:lnTo>
                  <a:lnTo>
                    <a:pt x="163856" y="2177293"/>
                  </a:lnTo>
                  <a:lnTo>
                    <a:pt x="124648" y="2158680"/>
                  </a:lnTo>
                  <a:lnTo>
                    <a:pt x="89522" y="2133851"/>
                  </a:lnTo>
                  <a:lnTo>
                    <a:pt x="59189" y="2103517"/>
                  </a:lnTo>
                  <a:lnTo>
                    <a:pt x="34360" y="2068387"/>
                  </a:lnTo>
                  <a:lnTo>
                    <a:pt x="15744" y="2029172"/>
                  </a:lnTo>
                  <a:lnTo>
                    <a:pt x="4054" y="1986580"/>
                  </a:lnTo>
                  <a:lnTo>
                    <a:pt x="0" y="1941321"/>
                  </a:lnTo>
                  <a:lnTo>
                    <a:pt x="0" y="251713"/>
                  </a:lnTo>
                  <a:close/>
                </a:path>
              </a:pathLst>
            </a:custGeom>
            <a:ln w="9144">
              <a:solidFill>
                <a:srgbClr val="F9B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BF93DE14-443C-1D39-FEB8-47AFE3C0B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851" y="1297082"/>
            <a:ext cx="6842842" cy="4561895"/>
          </a:xfrm>
          <a:prstGeom prst="rect">
            <a:avLst/>
          </a:prstGeom>
        </p:spPr>
      </p:pic>
      <p:sp>
        <p:nvSpPr>
          <p:cNvPr id="47" name="object 41"/>
          <p:cNvSpPr txBox="1"/>
          <p:nvPr/>
        </p:nvSpPr>
        <p:spPr>
          <a:xfrm>
            <a:off x="323870" y="1371600"/>
            <a:ext cx="3543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48" name="object 41">
            <a:extLst>
              <a:ext uri="{FF2B5EF4-FFF2-40B4-BE49-F238E27FC236}">
                <a16:creationId xmlns:a16="http://schemas.microsoft.com/office/drawing/2014/main" id="{A881D357-AEE6-DE91-41B5-0670DD8B719A}"/>
              </a:ext>
            </a:extLst>
          </p:cNvPr>
          <p:cNvSpPr txBox="1"/>
          <p:nvPr/>
        </p:nvSpPr>
        <p:spPr>
          <a:xfrm>
            <a:off x="366886" y="1299540"/>
            <a:ext cx="3543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49" name="object 41">
            <a:extLst>
              <a:ext uri="{FF2B5EF4-FFF2-40B4-BE49-F238E27FC236}">
                <a16:creationId xmlns:a16="http://schemas.microsoft.com/office/drawing/2014/main" id="{8B3AFB7C-50C3-2DE7-0B9C-0609C43A8BDF}"/>
              </a:ext>
            </a:extLst>
          </p:cNvPr>
          <p:cNvSpPr txBox="1"/>
          <p:nvPr/>
        </p:nvSpPr>
        <p:spPr>
          <a:xfrm>
            <a:off x="941019" y="6286601"/>
            <a:ext cx="3543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0DA6444-4EED-5315-5E68-A3A28C9C2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26" y="940998"/>
            <a:ext cx="4750457" cy="316697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C177A7D-014E-33FE-F492-BC7097C9124F}"/>
              </a:ext>
            </a:extLst>
          </p:cNvPr>
          <p:cNvSpPr txBox="1"/>
          <p:nvPr/>
        </p:nvSpPr>
        <p:spPr>
          <a:xfrm>
            <a:off x="270057" y="4358131"/>
            <a:ext cx="4433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Climate Data Sources:</a:t>
            </a:r>
            <a:r>
              <a:rPr lang="en-US" sz="1600" dirty="0"/>
              <a:t> Use global climate datasets such as </a:t>
            </a:r>
            <a:r>
              <a:rPr lang="en-US" sz="1600" b="1" dirty="0"/>
              <a:t>CESM climate models and ERA5 reanalysis data</a:t>
            </a:r>
            <a:r>
              <a:rPr lang="en-US" sz="1600" dirty="0"/>
              <a:t> stored in </a:t>
            </a:r>
            <a:r>
              <a:rPr lang="en-US" sz="1600" dirty="0" err="1"/>
              <a:t>NetCDF</a:t>
            </a:r>
            <a:r>
              <a:rPr lang="en-US" sz="1600" dirty="0"/>
              <a:t> format.</a:t>
            </a:r>
          </a:p>
          <a:p>
            <a:endParaRPr lang="en-US" sz="1600" dirty="0"/>
          </a:p>
          <a:p>
            <a:r>
              <a:rPr lang="en-US" sz="1600" b="1" dirty="0"/>
              <a:t>Interactive Dashboard:</a:t>
            </a:r>
            <a:r>
              <a:rPr lang="en-US" sz="1600" dirty="0"/>
              <a:t> Deploy the system as a </a:t>
            </a:r>
            <a:r>
              <a:rPr lang="en-US" sz="1600" b="1" dirty="0"/>
              <a:t>user-friendly web interface using </a:t>
            </a:r>
            <a:r>
              <a:rPr lang="en-US" sz="1600" b="1" dirty="0" err="1"/>
              <a:t>Streamlit</a:t>
            </a:r>
            <a:r>
              <a:rPr lang="en-US" sz="1600" dirty="0"/>
              <a:t> for real-time exploration of climate data.</a:t>
            </a:r>
            <a:endParaRPr lang="en-IN" sz="16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81F1731-BB79-7D40-1BA1-DA903222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392" y="165872"/>
            <a:ext cx="9603275" cy="10492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b="1" dirty="0"/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0346"/>
            <a:ext cx="9603275" cy="6695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175387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FEASIBILITY</a:t>
            </a:r>
            <a:r>
              <a:rPr b="1" spc="-40" dirty="0"/>
              <a:t> </a:t>
            </a:r>
            <a:r>
              <a:rPr b="1" dirty="0"/>
              <a:t>AND</a:t>
            </a:r>
            <a:r>
              <a:rPr b="1" spc="-65" dirty="0"/>
              <a:t> </a:t>
            </a:r>
            <a:r>
              <a:rPr b="1" spc="-10" dirty="0"/>
              <a:t>VIABILITY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137921" y="73914"/>
            <a:ext cx="1937385" cy="695325"/>
          </a:xfrm>
          <a:custGeom>
            <a:avLst/>
            <a:gdLst/>
            <a:ahLst/>
            <a:cxnLst/>
            <a:rect l="l" t="t" r="r" b="b"/>
            <a:pathLst>
              <a:path w="1937385" h="695325">
                <a:moveTo>
                  <a:pt x="0" y="347471"/>
                </a:moveTo>
                <a:lnTo>
                  <a:pt x="9617" y="298314"/>
                </a:lnTo>
                <a:lnTo>
                  <a:pt x="37596" y="251274"/>
                </a:lnTo>
                <a:lnTo>
                  <a:pt x="82626" y="206824"/>
                </a:lnTo>
                <a:lnTo>
                  <a:pt x="143395" y="165432"/>
                </a:lnTo>
                <a:lnTo>
                  <a:pt x="179271" y="146031"/>
                </a:lnTo>
                <a:lnTo>
                  <a:pt x="218591" y="127571"/>
                </a:lnTo>
                <a:lnTo>
                  <a:pt x="261190" y="110111"/>
                </a:lnTo>
                <a:lnTo>
                  <a:pt x="306905" y="93710"/>
                </a:lnTo>
                <a:lnTo>
                  <a:pt x="355571" y="78426"/>
                </a:lnTo>
                <a:lnTo>
                  <a:pt x="407024" y="64319"/>
                </a:lnTo>
                <a:lnTo>
                  <a:pt x="461101" y="51447"/>
                </a:lnTo>
                <a:lnTo>
                  <a:pt x="517638" y="39869"/>
                </a:lnTo>
                <a:lnTo>
                  <a:pt x="576470" y="29644"/>
                </a:lnTo>
                <a:lnTo>
                  <a:pt x="637435" y="20831"/>
                </a:lnTo>
                <a:lnTo>
                  <a:pt x="700368" y="13489"/>
                </a:lnTo>
                <a:lnTo>
                  <a:pt x="765105" y="7675"/>
                </a:lnTo>
                <a:lnTo>
                  <a:pt x="831482" y="3450"/>
                </a:lnTo>
                <a:lnTo>
                  <a:pt x="899335" y="872"/>
                </a:lnTo>
                <a:lnTo>
                  <a:pt x="968502" y="0"/>
                </a:lnTo>
                <a:lnTo>
                  <a:pt x="1037672" y="872"/>
                </a:lnTo>
                <a:lnTo>
                  <a:pt x="1105529" y="3450"/>
                </a:lnTo>
                <a:lnTo>
                  <a:pt x="1171910" y="7675"/>
                </a:lnTo>
                <a:lnTo>
                  <a:pt x="1236649" y="13489"/>
                </a:lnTo>
                <a:lnTo>
                  <a:pt x="1299583" y="20831"/>
                </a:lnTo>
                <a:lnTo>
                  <a:pt x="1360549" y="29644"/>
                </a:lnTo>
                <a:lnTo>
                  <a:pt x="1419382" y="39869"/>
                </a:lnTo>
                <a:lnTo>
                  <a:pt x="1475919" y="51447"/>
                </a:lnTo>
                <a:lnTo>
                  <a:pt x="1529996" y="64319"/>
                </a:lnTo>
                <a:lnTo>
                  <a:pt x="1581448" y="78426"/>
                </a:lnTo>
                <a:lnTo>
                  <a:pt x="1630113" y="93710"/>
                </a:lnTo>
                <a:lnTo>
                  <a:pt x="1675826" y="110111"/>
                </a:lnTo>
                <a:lnTo>
                  <a:pt x="1718424" y="127571"/>
                </a:lnTo>
                <a:lnTo>
                  <a:pt x="1757742" y="146031"/>
                </a:lnTo>
                <a:lnTo>
                  <a:pt x="1793617" y="165432"/>
                </a:lnTo>
                <a:lnTo>
                  <a:pt x="1825886" y="185716"/>
                </a:lnTo>
                <a:lnTo>
                  <a:pt x="1878945" y="228696"/>
                </a:lnTo>
                <a:lnTo>
                  <a:pt x="1915611" y="274500"/>
                </a:lnTo>
                <a:lnTo>
                  <a:pt x="1934572" y="322657"/>
                </a:lnTo>
                <a:lnTo>
                  <a:pt x="1937003" y="347471"/>
                </a:lnTo>
                <a:lnTo>
                  <a:pt x="1934572" y="372286"/>
                </a:lnTo>
                <a:lnTo>
                  <a:pt x="1915611" y="420443"/>
                </a:lnTo>
                <a:lnTo>
                  <a:pt x="1878945" y="466247"/>
                </a:lnTo>
                <a:lnTo>
                  <a:pt x="1825886" y="509227"/>
                </a:lnTo>
                <a:lnTo>
                  <a:pt x="1793617" y="529511"/>
                </a:lnTo>
                <a:lnTo>
                  <a:pt x="1757742" y="548912"/>
                </a:lnTo>
                <a:lnTo>
                  <a:pt x="1718424" y="567372"/>
                </a:lnTo>
                <a:lnTo>
                  <a:pt x="1675826" y="584832"/>
                </a:lnTo>
                <a:lnTo>
                  <a:pt x="1630113" y="601233"/>
                </a:lnTo>
                <a:lnTo>
                  <a:pt x="1581448" y="616517"/>
                </a:lnTo>
                <a:lnTo>
                  <a:pt x="1529996" y="630624"/>
                </a:lnTo>
                <a:lnTo>
                  <a:pt x="1475919" y="643496"/>
                </a:lnTo>
                <a:lnTo>
                  <a:pt x="1419382" y="655074"/>
                </a:lnTo>
                <a:lnTo>
                  <a:pt x="1360549" y="665299"/>
                </a:lnTo>
                <a:lnTo>
                  <a:pt x="1299583" y="674112"/>
                </a:lnTo>
                <a:lnTo>
                  <a:pt x="1236649" y="681454"/>
                </a:lnTo>
                <a:lnTo>
                  <a:pt x="1171910" y="687268"/>
                </a:lnTo>
                <a:lnTo>
                  <a:pt x="1105529" y="691493"/>
                </a:lnTo>
                <a:lnTo>
                  <a:pt x="1037672" y="694071"/>
                </a:lnTo>
                <a:lnTo>
                  <a:pt x="968502" y="694943"/>
                </a:lnTo>
                <a:lnTo>
                  <a:pt x="899335" y="694071"/>
                </a:lnTo>
                <a:lnTo>
                  <a:pt x="831482" y="691493"/>
                </a:lnTo>
                <a:lnTo>
                  <a:pt x="765105" y="687268"/>
                </a:lnTo>
                <a:lnTo>
                  <a:pt x="700368" y="681454"/>
                </a:lnTo>
                <a:lnTo>
                  <a:pt x="637435" y="674112"/>
                </a:lnTo>
                <a:lnTo>
                  <a:pt x="576470" y="665299"/>
                </a:lnTo>
                <a:lnTo>
                  <a:pt x="517638" y="655074"/>
                </a:lnTo>
                <a:lnTo>
                  <a:pt x="461101" y="643496"/>
                </a:lnTo>
                <a:lnTo>
                  <a:pt x="407024" y="630624"/>
                </a:lnTo>
                <a:lnTo>
                  <a:pt x="355571" y="616517"/>
                </a:lnTo>
                <a:lnTo>
                  <a:pt x="306905" y="601233"/>
                </a:lnTo>
                <a:lnTo>
                  <a:pt x="261190" y="584832"/>
                </a:lnTo>
                <a:lnTo>
                  <a:pt x="218591" y="567372"/>
                </a:lnTo>
                <a:lnTo>
                  <a:pt x="179271" y="548912"/>
                </a:lnTo>
                <a:lnTo>
                  <a:pt x="143395" y="529511"/>
                </a:lnTo>
                <a:lnTo>
                  <a:pt x="111125" y="509227"/>
                </a:lnTo>
                <a:lnTo>
                  <a:pt x="58062" y="466247"/>
                </a:lnTo>
                <a:lnTo>
                  <a:pt x="21394" y="420443"/>
                </a:lnTo>
                <a:lnTo>
                  <a:pt x="2431" y="372286"/>
                </a:lnTo>
                <a:lnTo>
                  <a:pt x="0" y="347471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436" y="144272"/>
            <a:ext cx="11137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906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974707"/>
                </a:solidFill>
                <a:latin typeface="Arial"/>
                <a:cs typeface="Arial"/>
              </a:rPr>
              <a:t>Next</a:t>
            </a:r>
            <a:r>
              <a:rPr sz="1600" b="1" spc="-30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974707"/>
                </a:solidFill>
                <a:latin typeface="Arial"/>
                <a:cs typeface="Arial"/>
              </a:rPr>
              <a:t>Gen </a:t>
            </a:r>
            <a:r>
              <a:rPr sz="1600" b="1" spc="-10" dirty="0">
                <a:solidFill>
                  <a:srgbClr val="974707"/>
                </a:solidFill>
                <a:latin typeface="Arial"/>
                <a:cs typeface="Arial"/>
              </a:rPr>
              <a:t>Developers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2861" y="1040541"/>
            <a:ext cx="6954097" cy="5840683"/>
            <a:chOff x="137160" y="868705"/>
            <a:chExt cx="6927723" cy="5826878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191767"/>
              <a:ext cx="6927723" cy="12843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4404" y="1216151"/>
              <a:ext cx="6842759" cy="1199515"/>
            </a:xfrm>
            <a:custGeom>
              <a:avLst/>
              <a:gdLst/>
              <a:ahLst/>
              <a:cxnLst/>
              <a:rect l="l" t="t" r="r" b="b"/>
              <a:pathLst>
                <a:path w="6842759" h="1199514">
                  <a:moveTo>
                    <a:pt x="0" y="199898"/>
                  </a:moveTo>
                  <a:lnTo>
                    <a:pt x="5279" y="154075"/>
                  </a:lnTo>
                  <a:lnTo>
                    <a:pt x="20317" y="112004"/>
                  </a:lnTo>
                  <a:lnTo>
                    <a:pt x="43915" y="74887"/>
                  </a:lnTo>
                  <a:lnTo>
                    <a:pt x="74871" y="43927"/>
                  </a:lnTo>
                  <a:lnTo>
                    <a:pt x="111987" y="20324"/>
                  </a:lnTo>
                  <a:lnTo>
                    <a:pt x="154063" y="5281"/>
                  </a:lnTo>
                  <a:lnTo>
                    <a:pt x="199898" y="0"/>
                  </a:lnTo>
                  <a:lnTo>
                    <a:pt x="6642862" y="0"/>
                  </a:lnTo>
                  <a:lnTo>
                    <a:pt x="6688684" y="5281"/>
                  </a:lnTo>
                  <a:lnTo>
                    <a:pt x="6730755" y="20324"/>
                  </a:lnTo>
                  <a:lnTo>
                    <a:pt x="6767872" y="43927"/>
                  </a:lnTo>
                  <a:lnTo>
                    <a:pt x="6798832" y="74887"/>
                  </a:lnTo>
                  <a:lnTo>
                    <a:pt x="6822435" y="112004"/>
                  </a:lnTo>
                  <a:lnTo>
                    <a:pt x="6837478" y="154075"/>
                  </a:lnTo>
                  <a:lnTo>
                    <a:pt x="6842760" y="199898"/>
                  </a:lnTo>
                  <a:lnTo>
                    <a:pt x="6842760" y="999489"/>
                  </a:lnTo>
                  <a:lnTo>
                    <a:pt x="6837478" y="1045312"/>
                  </a:lnTo>
                  <a:lnTo>
                    <a:pt x="6822435" y="1087383"/>
                  </a:lnTo>
                  <a:lnTo>
                    <a:pt x="6798832" y="1124500"/>
                  </a:lnTo>
                  <a:lnTo>
                    <a:pt x="6767872" y="1155460"/>
                  </a:lnTo>
                  <a:lnTo>
                    <a:pt x="6730755" y="1179063"/>
                  </a:lnTo>
                  <a:lnTo>
                    <a:pt x="6688684" y="1194106"/>
                  </a:lnTo>
                  <a:lnTo>
                    <a:pt x="6642862" y="1199388"/>
                  </a:lnTo>
                  <a:lnTo>
                    <a:pt x="199898" y="1199388"/>
                  </a:lnTo>
                  <a:lnTo>
                    <a:pt x="154063" y="1194106"/>
                  </a:lnTo>
                  <a:lnTo>
                    <a:pt x="111987" y="1179063"/>
                  </a:lnTo>
                  <a:lnTo>
                    <a:pt x="74871" y="1155460"/>
                  </a:lnTo>
                  <a:lnTo>
                    <a:pt x="43915" y="1124500"/>
                  </a:lnTo>
                  <a:lnTo>
                    <a:pt x="20317" y="1087383"/>
                  </a:lnTo>
                  <a:lnTo>
                    <a:pt x="5279" y="1045312"/>
                  </a:lnTo>
                  <a:lnTo>
                    <a:pt x="0" y="999489"/>
                  </a:lnTo>
                  <a:lnTo>
                    <a:pt x="0" y="199898"/>
                  </a:lnTo>
                  <a:close/>
                </a:path>
              </a:pathLst>
            </a:custGeom>
            <a:ln w="9144">
              <a:solidFill>
                <a:srgbClr val="E2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876" y="2766060"/>
              <a:ext cx="6909816" cy="15880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286" y="4543915"/>
              <a:ext cx="6801173" cy="21516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6395" y="877874"/>
              <a:ext cx="2104262" cy="4689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02992" y="868705"/>
              <a:ext cx="1773555" cy="5559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53639" y="902207"/>
              <a:ext cx="2019300" cy="384175"/>
            </a:xfrm>
            <a:custGeom>
              <a:avLst/>
              <a:gdLst/>
              <a:ahLst/>
              <a:cxnLst/>
              <a:rect l="l" t="t" r="r" b="b"/>
              <a:pathLst>
                <a:path w="2019300" h="384175">
                  <a:moveTo>
                    <a:pt x="19552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7"/>
                  </a:lnTo>
                  <a:lnTo>
                    <a:pt x="1955292" y="384047"/>
                  </a:lnTo>
                  <a:lnTo>
                    <a:pt x="1980187" y="379011"/>
                  </a:lnTo>
                  <a:lnTo>
                    <a:pt x="2000535" y="365283"/>
                  </a:lnTo>
                  <a:lnTo>
                    <a:pt x="2014263" y="344935"/>
                  </a:lnTo>
                  <a:lnTo>
                    <a:pt x="2019300" y="320039"/>
                  </a:lnTo>
                  <a:lnTo>
                    <a:pt x="2019300" y="64007"/>
                  </a:lnTo>
                  <a:lnTo>
                    <a:pt x="2014263" y="39112"/>
                  </a:lnTo>
                  <a:lnTo>
                    <a:pt x="2000535" y="18764"/>
                  </a:lnTo>
                  <a:lnTo>
                    <a:pt x="1980187" y="5036"/>
                  </a:lnTo>
                  <a:lnTo>
                    <a:pt x="1955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53639" y="902207"/>
              <a:ext cx="2019300" cy="384175"/>
            </a:xfrm>
            <a:custGeom>
              <a:avLst/>
              <a:gdLst/>
              <a:ahLst/>
              <a:cxnLst/>
              <a:rect l="l" t="t" r="r" b="b"/>
              <a:pathLst>
                <a:path w="201930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1955292" y="0"/>
                  </a:lnTo>
                  <a:lnTo>
                    <a:pt x="1980187" y="5036"/>
                  </a:lnTo>
                  <a:lnTo>
                    <a:pt x="2000535" y="18764"/>
                  </a:lnTo>
                  <a:lnTo>
                    <a:pt x="2014263" y="39112"/>
                  </a:lnTo>
                  <a:lnTo>
                    <a:pt x="2019300" y="64007"/>
                  </a:lnTo>
                  <a:lnTo>
                    <a:pt x="2019300" y="320039"/>
                  </a:lnTo>
                  <a:lnTo>
                    <a:pt x="2014263" y="344935"/>
                  </a:lnTo>
                  <a:lnTo>
                    <a:pt x="2000535" y="365283"/>
                  </a:lnTo>
                  <a:lnTo>
                    <a:pt x="1980187" y="379011"/>
                  </a:lnTo>
                  <a:lnTo>
                    <a:pt x="1955292" y="384047"/>
                  </a:lnTo>
                  <a:lnTo>
                    <a:pt x="64008" y="384047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144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5311" y="2447594"/>
              <a:ext cx="3110103" cy="4689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99715" y="2438425"/>
              <a:ext cx="2794635" cy="555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62555" y="2471927"/>
              <a:ext cx="3025140" cy="384175"/>
            </a:xfrm>
            <a:custGeom>
              <a:avLst/>
              <a:gdLst/>
              <a:ahLst/>
              <a:cxnLst/>
              <a:rect l="l" t="t" r="r" b="b"/>
              <a:pathLst>
                <a:path w="3025140" h="384175">
                  <a:moveTo>
                    <a:pt x="2961132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7" y="384048"/>
                  </a:lnTo>
                  <a:lnTo>
                    <a:pt x="2961132" y="384048"/>
                  </a:lnTo>
                  <a:lnTo>
                    <a:pt x="2986027" y="379011"/>
                  </a:lnTo>
                  <a:lnTo>
                    <a:pt x="3006375" y="365283"/>
                  </a:lnTo>
                  <a:lnTo>
                    <a:pt x="3020103" y="344935"/>
                  </a:lnTo>
                  <a:lnTo>
                    <a:pt x="3025140" y="320039"/>
                  </a:lnTo>
                  <a:lnTo>
                    <a:pt x="3025140" y="64008"/>
                  </a:lnTo>
                  <a:lnTo>
                    <a:pt x="3020103" y="39112"/>
                  </a:lnTo>
                  <a:lnTo>
                    <a:pt x="3006375" y="18764"/>
                  </a:lnTo>
                  <a:lnTo>
                    <a:pt x="2986027" y="5036"/>
                  </a:lnTo>
                  <a:lnTo>
                    <a:pt x="2961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62555" y="2471927"/>
              <a:ext cx="3025140" cy="384175"/>
            </a:xfrm>
            <a:custGeom>
              <a:avLst/>
              <a:gdLst/>
              <a:ahLst/>
              <a:cxnLst/>
              <a:rect l="l" t="t" r="r" b="b"/>
              <a:pathLst>
                <a:path w="3025140" h="384175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2961132" y="0"/>
                  </a:lnTo>
                  <a:lnTo>
                    <a:pt x="2986027" y="5036"/>
                  </a:lnTo>
                  <a:lnTo>
                    <a:pt x="3006375" y="18764"/>
                  </a:lnTo>
                  <a:lnTo>
                    <a:pt x="3020103" y="39112"/>
                  </a:lnTo>
                  <a:lnTo>
                    <a:pt x="3025140" y="64008"/>
                  </a:lnTo>
                  <a:lnTo>
                    <a:pt x="3025140" y="320039"/>
                  </a:lnTo>
                  <a:lnTo>
                    <a:pt x="3020103" y="344935"/>
                  </a:lnTo>
                  <a:lnTo>
                    <a:pt x="3006375" y="365283"/>
                  </a:lnTo>
                  <a:lnTo>
                    <a:pt x="2986027" y="379011"/>
                  </a:lnTo>
                  <a:lnTo>
                    <a:pt x="2961132" y="384048"/>
                  </a:lnTo>
                  <a:lnTo>
                    <a:pt x="64007" y="384048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8"/>
                  </a:lnTo>
                  <a:close/>
                </a:path>
              </a:pathLst>
            </a:custGeom>
            <a:ln w="9144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5311" y="4329734"/>
              <a:ext cx="3038475" cy="4689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93620" y="4317517"/>
              <a:ext cx="2815971" cy="5559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62555" y="4354068"/>
              <a:ext cx="2954020" cy="384175"/>
            </a:xfrm>
            <a:custGeom>
              <a:avLst/>
              <a:gdLst/>
              <a:ahLst/>
              <a:cxnLst/>
              <a:rect l="l" t="t" r="r" b="b"/>
              <a:pathLst>
                <a:path w="2954020" h="384175">
                  <a:moveTo>
                    <a:pt x="2889504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7" y="384047"/>
                  </a:lnTo>
                  <a:lnTo>
                    <a:pt x="2889504" y="384047"/>
                  </a:lnTo>
                  <a:lnTo>
                    <a:pt x="2914399" y="379011"/>
                  </a:lnTo>
                  <a:lnTo>
                    <a:pt x="2934747" y="365283"/>
                  </a:lnTo>
                  <a:lnTo>
                    <a:pt x="2948475" y="344935"/>
                  </a:lnTo>
                  <a:lnTo>
                    <a:pt x="2953511" y="320039"/>
                  </a:lnTo>
                  <a:lnTo>
                    <a:pt x="2953511" y="64007"/>
                  </a:lnTo>
                  <a:lnTo>
                    <a:pt x="2948475" y="39112"/>
                  </a:lnTo>
                  <a:lnTo>
                    <a:pt x="2934747" y="18764"/>
                  </a:lnTo>
                  <a:lnTo>
                    <a:pt x="2914399" y="5036"/>
                  </a:lnTo>
                  <a:lnTo>
                    <a:pt x="2889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62555" y="4354068"/>
              <a:ext cx="2954020" cy="384175"/>
            </a:xfrm>
            <a:custGeom>
              <a:avLst/>
              <a:gdLst/>
              <a:ahLst/>
              <a:cxnLst/>
              <a:rect l="l" t="t" r="r" b="b"/>
              <a:pathLst>
                <a:path w="295402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2889504" y="0"/>
                  </a:lnTo>
                  <a:lnTo>
                    <a:pt x="2914399" y="5036"/>
                  </a:lnTo>
                  <a:lnTo>
                    <a:pt x="2934747" y="18764"/>
                  </a:lnTo>
                  <a:lnTo>
                    <a:pt x="2948475" y="39112"/>
                  </a:lnTo>
                  <a:lnTo>
                    <a:pt x="2953511" y="64007"/>
                  </a:lnTo>
                  <a:lnTo>
                    <a:pt x="2953511" y="320039"/>
                  </a:lnTo>
                  <a:lnTo>
                    <a:pt x="2948475" y="344935"/>
                  </a:lnTo>
                  <a:lnTo>
                    <a:pt x="2934747" y="365283"/>
                  </a:lnTo>
                  <a:lnTo>
                    <a:pt x="2914399" y="379011"/>
                  </a:lnTo>
                  <a:lnTo>
                    <a:pt x="2889504" y="384047"/>
                  </a:lnTo>
                  <a:lnTo>
                    <a:pt x="64007" y="384047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144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7307" y="998760"/>
            <a:ext cx="6860719" cy="5815053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R="336550" algn="ctr">
              <a:lnSpc>
                <a:spcPct val="100000"/>
              </a:lnSpc>
              <a:spcBef>
                <a:spcPts val="665"/>
              </a:spcBef>
            </a:pPr>
            <a:r>
              <a:rPr sz="1800" spc="125" dirty="0">
                <a:latin typeface="Georgia"/>
                <a:cs typeface="Georgia"/>
              </a:rPr>
              <a:t>F</a:t>
            </a:r>
            <a:r>
              <a:rPr sz="1800" cap="small" spc="125" dirty="0">
                <a:latin typeface="Georgia"/>
                <a:cs typeface="Georgia"/>
              </a:rPr>
              <a:t>easibility</a:t>
            </a:r>
            <a:endParaRPr sz="1800" dirty="0">
              <a:latin typeface="Georgia"/>
              <a:cs typeface="Georgia"/>
            </a:endParaRPr>
          </a:p>
          <a:p>
            <a:pPr marL="306070" marR="5080" indent="-285115">
              <a:lnSpc>
                <a:spcPct val="100000"/>
              </a:lnSpc>
              <a:spcBef>
                <a:spcPts val="765"/>
              </a:spcBef>
              <a:buSzPct val="112500"/>
              <a:buFont typeface="Segoe UI Symbol"/>
              <a:buChar char="❖"/>
              <a:tabLst>
                <a:tab pos="307975" algn="l"/>
              </a:tabLst>
            </a:pPr>
            <a:r>
              <a:rPr lang="en-US" sz="1600" b="1" dirty="0"/>
              <a:t>Open Climate Datasets Available:</a:t>
            </a:r>
            <a:r>
              <a:rPr lang="en-US" sz="1600" dirty="0"/>
              <a:t> Public datasets like </a:t>
            </a:r>
            <a:r>
              <a:rPr lang="en-US" sz="1600" b="1" dirty="0"/>
              <a:t>CESM    and ERA5</a:t>
            </a:r>
            <a:r>
              <a:rPr lang="en-US" sz="1600" dirty="0"/>
              <a:t> provide reliable </a:t>
            </a:r>
            <a:r>
              <a:rPr lang="en-US" sz="1600" dirty="0" err="1"/>
              <a:t>NetCDF</a:t>
            </a:r>
            <a:r>
              <a:rPr lang="en-US" sz="1600" dirty="0"/>
              <a:t> climate data for analysis.</a:t>
            </a:r>
            <a:endParaRPr sz="1600" dirty="0">
              <a:latin typeface="Microsoft Sans Serif"/>
              <a:cs typeface="Microsoft Sans Serif"/>
            </a:endParaRPr>
          </a:p>
          <a:p>
            <a:pPr marL="306070" marR="6350" indent="-285115">
              <a:lnSpc>
                <a:spcPct val="100000"/>
              </a:lnSpc>
              <a:buSzPct val="112500"/>
              <a:buFont typeface="Segoe UI Symbol"/>
              <a:buChar char="❖"/>
              <a:tabLst>
                <a:tab pos="307975" algn="l"/>
              </a:tabLst>
            </a:pPr>
            <a:r>
              <a:rPr lang="en-US" sz="1600" b="1" dirty="0"/>
              <a:t>Existing Python Ecosystem:</a:t>
            </a:r>
            <a:r>
              <a:rPr lang="en-US" sz="1600" dirty="0"/>
              <a:t> Powerful libraries such as </a:t>
            </a:r>
            <a:r>
              <a:rPr lang="en-US" sz="1600" b="1" dirty="0" err="1"/>
              <a:t>Xarray</a:t>
            </a:r>
            <a:r>
              <a:rPr lang="en-US" sz="1600" b="1" dirty="0"/>
              <a:t>, NumPy, </a:t>
            </a:r>
            <a:r>
              <a:rPr lang="en-US" sz="1600" b="1" dirty="0" err="1"/>
              <a:t>Plotly</a:t>
            </a:r>
            <a:r>
              <a:rPr lang="en-US" sz="1600" b="1" dirty="0"/>
              <a:t>, and </a:t>
            </a:r>
            <a:r>
              <a:rPr lang="en-US" sz="1600" b="1" dirty="0" err="1"/>
              <a:t>Streamlit</a:t>
            </a:r>
            <a:r>
              <a:rPr lang="en-US" sz="1600" dirty="0"/>
              <a:t> .</a:t>
            </a:r>
            <a:endParaRPr sz="1600" dirty="0">
              <a:latin typeface="Microsoft Sans Serif"/>
              <a:cs typeface="Microsoft Sans Serif"/>
            </a:endParaRPr>
          </a:p>
          <a:p>
            <a:pPr marL="78105" algn="ctr">
              <a:lnSpc>
                <a:spcPct val="100000"/>
              </a:lnSpc>
              <a:spcBef>
                <a:spcPts val="1760"/>
              </a:spcBef>
            </a:pPr>
            <a:r>
              <a:rPr sz="1800" cap="small" spc="135" dirty="0">
                <a:latin typeface="Georgia"/>
                <a:cs typeface="Georgia"/>
              </a:rPr>
              <a:t>viability</a:t>
            </a:r>
            <a:r>
              <a:rPr sz="1800" spc="70" dirty="0">
                <a:latin typeface="Georgia"/>
                <a:cs typeface="Georgia"/>
              </a:rPr>
              <a:t> </a:t>
            </a:r>
            <a:r>
              <a:rPr sz="1800" spc="175" dirty="0">
                <a:latin typeface="Georgia"/>
                <a:cs typeface="Georgia"/>
              </a:rPr>
              <a:t>E</a:t>
            </a:r>
            <a:r>
              <a:rPr sz="1800" cap="small" spc="175" dirty="0">
                <a:latin typeface="Georgia"/>
                <a:cs typeface="Georgia"/>
              </a:rPr>
              <a:t>conomic</a:t>
            </a:r>
            <a:endParaRPr sz="1800" dirty="0">
              <a:latin typeface="Georgia"/>
              <a:cs typeface="Georgia"/>
            </a:endParaRPr>
          </a:p>
          <a:p>
            <a:pPr marL="297180" marR="106680" indent="-285115">
              <a:lnSpc>
                <a:spcPct val="100000"/>
              </a:lnSpc>
              <a:spcBef>
                <a:spcPts val="795"/>
              </a:spcBef>
              <a:buSzPct val="112500"/>
              <a:buFont typeface="Segoe UI Symbol"/>
              <a:buChar char="❖"/>
              <a:tabLst>
                <a:tab pos="299085" algn="l"/>
                <a:tab pos="891540" algn="l"/>
                <a:tab pos="1847214" algn="l"/>
                <a:tab pos="2882265" algn="l"/>
                <a:tab pos="3834765" algn="l"/>
                <a:tab pos="4461510" algn="l"/>
                <a:tab pos="5346700" algn="l"/>
                <a:tab pos="5894070" algn="l"/>
              </a:tabLst>
            </a:pPr>
            <a:r>
              <a:rPr lang="en-US" sz="1600" b="1" dirty="0"/>
              <a:t>Cost-Effective Development:</a:t>
            </a:r>
            <a:r>
              <a:rPr lang="en-US" sz="1600" dirty="0"/>
              <a:t> Built using </a:t>
            </a:r>
            <a:r>
              <a:rPr lang="en-US" sz="1600" b="1" dirty="0"/>
              <a:t>open-source tools (Python, </a:t>
            </a:r>
            <a:r>
              <a:rPr lang="en-US" sz="1600" b="1" dirty="0" err="1"/>
              <a:t>Xarray</a:t>
            </a:r>
            <a:r>
              <a:rPr lang="en-US" sz="1600" b="1" dirty="0"/>
              <a:t>, </a:t>
            </a:r>
            <a:r>
              <a:rPr lang="en-US" sz="1600" b="1" dirty="0" err="1"/>
              <a:t>Plotly</a:t>
            </a:r>
            <a:r>
              <a:rPr lang="en-US" sz="1600" b="1" dirty="0"/>
              <a:t>, </a:t>
            </a:r>
            <a:r>
              <a:rPr lang="en-US" sz="1600" b="1" dirty="0" err="1"/>
              <a:t>Streamlit</a:t>
            </a:r>
            <a:r>
              <a:rPr lang="en-US" sz="1600" b="1" dirty="0"/>
              <a:t>)</a:t>
            </a:r>
            <a:r>
              <a:rPr lang="en-US" sz="1600" dirty="0"/>
              <a:t> which reduces development and deployment costs.</a:t>
            </a:r>
            <a:endParaRPr sz="1600" dirty="0">
              <a:latin typeface="Microsoft Sans Serif"/>
              <a:cs typeface="Microsoft Sans Serif"/>
            </a:endParaRPr>
          </a:p>
          <a:p>
            <a:pPr marL="297815" indent="-285115">
              <a:buSzPct val="112500"/>
              <a:buFont typeface="Segoe UI Symbol"/>
              <a:buChar char="❖"/>
              <a:tabLst>
                <a:tab pos="297815" algn="l"/>
              </a:tabLst>
            </a:pPr>
            <a:r>
              <a:rPr lang="en-US" sz="1600" b="1" dirty="0"/>
              <a:t>Scalable and Sustainable:</a:t>
            </a:r>
            <a:r>
              <a:rPr lang="en-US" sz="1600" dirty="0"/>
              <a:t> The platform can be </a:t>
            </a:r>
            <a:r>
              <a:rPr lang="en-US" sz="1600" b="1" dirty="0"/>
              <a:t>scaled for research institutions, universities, and climate organizations</a:t>
            </a:r>
            <a:r>
              <a:rPr lang="en-US" sz="1600" dirty="0"/>
              <a:t> </a:t>
            </a:r>
          </a:p>
          <a:p>
            <a:pPr marL="297815" indent="-285115">
              <a:lnSpc>
                <a:spcPct val="100000"/>
              </a:lnSpc>
              <a:buSzPct val="112500"/>
              <a:buFont typeface="Segoe UI Symbol"/>
              <a:buChar char="❖"/>
              <a:tabLst>
                <a:tab pos="297815" algn="l"/>
              </a:tabLst>
            </a:pPr>
            <a:endParaRPr lang="en-IN" sz="1600" dirty="0">
              <a:latin typeface="Microsoft Sans Serif"/>
              <a:cs typeface="Microsoft Sans Serif"/>
            </a:endParaRPr>
          </a:p>
          <a:p>
            <a:pPr marL="81915" algn="ctr">
              <a:lnSpc>
                <a:spcPct val="100000"/>
              </a:lnSpc>
            </a:pPr>
            <a:endParaRPr lang="en-US" sz="1800" dirty="0">
              <a:latin typeface="Georgia"/>
              <a:cs typeface="Georgia"/>
            </a:endParaRPr>
          </a:p>
          <a:p>
            <a:pPr marL="327025" indent="-285115">
              <a:lnSpc>
                <a:spcPct val="100000"/>
              </a:lnSpc>
              <a:spcBef>
                <a:spcPts val="2000"/>
              </a:spcBef>
              <a:buSzPct val="112500"/>
              <a:buFont typeface="Segoe UI Symbol"/>
              <a:buChar char="❖"/>
              <a:tabLst>
                <a:tab pos="327025" algn="l"/>
              </a:tabLst>
            </a:pPr>
            <a:r>
              <a:rPr lang="en-IN" sz="1600" b="1" dirty="0"/>
              <a:t>User Experience:</a:t>
            </a:r>
            <a:r>
              <a:rPr lang="en-IN" sz="1600" dirty="0"/>
              <a:t> Simple and intuitive </a:t>
            </a:r>
            <a:r>
              <a:rPr lang="en-IN" sz="1600" b="1" dirty="0"/>
              <a:t>interactive dashboard design</a:t>
            </a:r>
            <a:r>
              <a:rPr lang="en-IN" sz="1600" dirty="0"/>
              <a:t>.</a:t>
            </a:r>
          </a:p>
          <a:p>
            <a:pPr marL="327025" indent="-285115">
              <a:lnSpc>
                <a:spcPct val="100000"/>
              </a:lnSpc>
              <a:spcBef>
                <a:spcPts val="2000"/>
              </a:spcBef>
              <a:buSzPct val="112500"/>
              <a:buFont typeface="Segoe UI Symbol"/>
              <a:buChar char="❖"/>
              <a:tabLst>
                <a:tab pos="327025" algn="l"/>
              </a:tabLst>
            </a:pPr>
            <a:r>
              <a:rPr lang="en-US" sz="1600" b="1" dirty="0"/>
              <a:t>Scalability:</a:t>
            </a:r>
            <a:r>
              <a:rPr lang="en-US" sz="1600" dirty="0"/>
              <a:t> Ability to </a:t>
            </a:r>
            <a:r>
              <a:rPr lang="en-US" sz="1600" b="1" dirty="0"/>
              <a:t>handle larger datasets and future features</a:t>
            </a:r>
            <a:r>
              <a:rPr lang="en-US" sz="1600" dirty="0"/>
              <a:t>.</a:t>
            </a:r>
          </a:p>
          <a:p>
            <a:pPr marL="327025" indent="-285115">
              <a:lnSpc>
                <a:spcPct val="100000"/>
              </a:lnSpc>
              <a:spcBef>
                <a:spcPts val="2000"/>
              </a:spcBef>
              <a:buSzPct val="112500"/>
              <a:buFont typeface="Segoe UI Symbol"/>
              <a:buChar char="❖"/>
              <a:tabLst>
                <a:tab pos="327025" algn="l"/>
              </a:tabLst>
            </a:pPr>
            <a:r>
              <a:rPr lang="en-US" sz="1600" b="1" dirty="0"/>
              <a:t>Visualization Clarity:</a:t>
            </a:r>
            <a:r>
              <a:rPr lang="en-US" sz="1600" dirty="0"/>
              <a:t> Clear maps, graphs, and insights for easy understanding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083206-ABEB-F7F7-A1F1-9DD894CEA8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1818" y="712416"/>
            <a:ext cx="4551438" cy="30342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13842F3-24E2-071D-DC47-945A3A3BEC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8150" y="3857584"/>
            <a:ext cx="4485106" cy="29900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411EA84-8496-0F9B-BD51-623765086C8C}"/>
              </a:ext>
            </a:extLst>
          </p:cNvPr>
          <p:cNvSpPr txBox="1"/>
          <p:nvPr/>
        </p:nvSpPr>
        <p:spPr>
          <a:xfrm>
            <a:off x="2308369" y="4491574"/>
            <a:ext cx="2790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Key Consideration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9655" y="-312485"/>
            <a:ext cx="9235081" cy="12996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311734" rIns="0" bIns="0" rtlCol="0">
            <a:spAutoFit/>
          </a:bodyPr>
          <a:lstStyle/>
          <a:p>
            <a:pPr marL="77978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                  </a:t>
            </a:r>
            <a:r>
              <a:rPr lang="en-IN" sz="3200" dirty="0" err="1"/>
              <a:t>PyClimaExplorer</a:t>
            </a:r>
            <a:br>
              <a:rPr lang="en-IN" sz="2800" dirty="0"/>
            </a:br>
            <a:r>
              <a:rPr lang="en-IN" sz="2800" b="0" dirty="0"/>
              <a:t>        </a:t>
            </a:r>
            <a:r>
              <a:rPr lang="en-US" sz="2800" b="0" dirty="0"/>
              <a:t>From Climate Data to Climate Insights</a:t>
            </a:r>
            <a:endParaRPr sz="2800" b="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18061" y="6414304"/>
            <a:ext cx="73025" cy="22669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1200" spc="-125" dirty="0">
                <a:solidFill>
                  <a:srgbClr val="888888"/>
                </a:solidFill>
                <a:latin typeface="Tahoma"/>
                <a:cs typeface="Tahoma"/>
              </a:rPr>
              <a:t>5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488" y="44132"/>
            <a:ext cx="2045335" cy="911225"/>
            <a:chOff x="94488" y="44132"/>
            <a:chExt cx="2045335" cy="9112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88" y="44132"/>
              <a:ext cx="2044827" cy="9109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003" y="157022"/>
              <a:ext cx="1407795" cy="746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1732" y="68579"/>
              <a:ext cx="1960245" cy="826135"/>
            </a:xfrm>
            <a:custGeom>
              <a:avLst/>
              <a:gdLst/>
              <a:ahLst/>
              <a:cxnLst/>
              <a:rect l="l" t="t" r="r" b="b"/>
              <a:pathLst>
                <a:path w="1960245" h="826135">
                  <a:moveTo>
                    <a:pt x="979932" y="0"/>
                  </a:moveTo>
                  <a:lnTo>
                    <a:pt x="915501" y="878"/>
                  </a:lnTo>
                  <a:lnTo>
                    <a:pt x="852183" y="3477"/>
                  </a:lnTo>
                  <a:lnTo>
                    <a:pt x="790108" y="7743"/>
                  </a:lnTo>
                  <a:lnTo>
                    <a:pt x="729403" y="13620"/>
                  </a:lnTo>
                  <a:lnTo>
                    <a:pt x="670199" y="21055"/>
                  </a:lnTo>
                  <a:lnTo>
                    <a:pt x="612623" y="29993"/>
                  </a:lnTo>
                  <a:lnTo>
                    <a:pt x="556807" y="40380"/>
                  </a:lnTo>
                  <a:lnTo>
                    <a:pt x="502877" y="52160"/>
                  </a:lnTo>
                  <a:lnTo>
                    <a:pt x="450965" y="65281"/>
                  </a:lnTo>
                  <a:lnTo>
                    <a:pt x="401198" y="79686"/>
                  </a:lnTo>
                  <a:lnTo>
                    <a:pt x="353706" y="95323"/>
                  </a:lnTo>
                  <a:lnTo>
                    <a:pt x="308618" y="112136"/>
                  </a:lnTo>
                  <a:lnTo>
                    <a:pt x="266064" y="130071"/>
                  </a:lnTo>
                  <a:lnTo>
                    <a:pt x="226171" y="149074"/>
                  </a:lnTo>
                  <a:lnTo>
                    <a:pt x="189071" y="169090"/>
                  </a:lnTo>
                  <a:lnTo>
                    <a:pt x="154890" y="190065"/>
                  </a:lnTo>
                  <a:lnTo>
                    <a:pt x="95808" y="234673"/>
                  </a:lnTo>
                  <a:lnTo>
                    <a:pt x="49957" y="282464"/>
                  </a:lnTo>
                  <a:lnTo>
                    <a:pt x="18372" y="333001"/>
                  </a:lnTo>
                  <a:lnTo>
                    <a:pt x="2084" y="385849"/>
                  </a:lnTo>
                  <a:lnTo>
                    <a:pt x="0" y="413004"/>
                  </a:lnTo>
                  <a:lnTo>
                    <a:pt x="2084" y="440158"/>
                  </a:lnTo>
                  <a:lnTo>
                    <a:pt x="18372" y="493006"/>
                  </a:lnTo>
                  <a:lnTo>
                    <a:pt x="49957" y="543543"/>
                  </a:lnTo>
                  <a:lnTo>
                    <a:pt x="95808" y="591334"/>
                  </a:lnTo>
                  <a:lnTo>
                    <a:pt x="154890" y="635942"/>
                  </a:lnTo>
                  <a:lnTo>
                    <a:pt x="189071" y="656917"/>
                  </a:lnTo>
                  <a:lnTo>
                    <a:pt x="226171" y="676933"/>
                  </a:lnTo>
                  <a:lnTo>
                    <a:pt x="266064" y="695936"/>
                  </a:lnTo>
                  <a:lnTo>
                    <a:pt x="308618" y="713871"/>
                  </a:lnTo>
                  <a:lnTo>
                    <a:pt x="353706" y="730684"/>
                  </a:lnTo>
                  <a:lnTo>
                    <a:pt x="401198" y="746321"/>
                  </a:lnTo>
                  <a:lnTo>
                    <a:pt x="450965" y="760726"/>
                  </a:lnTo>
                  <a:lnTo>
                    <a:pt x="502877" y="773847"/>
                  </a:lnTo>
                  <a:lnTo>
                    <a:pt x="556807" y="785627"/>
                  </a:lnTo>
                  <a:lnTo>
                    <a:pt x="612623" y="796014"/>
                  </a:lnTo>
                  <a:lnTo>
                    <a:pt x="670199" y="804952"/>
                  </a:lnTo>
                  <a:lnTo>
                    <a:pt x="729403" y="812387"/>
                  </a:lnTo>
                  <a:lnTo>
                    <a:pt x="790108" y="818264"/>
                  </a:lnTo>
                  <a:lnTo>
                    <a:pt x="852183" y="822530"/>
                  </a:lnTo>
                  <a:lnTo>
                    <a:pt x="915501" y="825129"/>
                  </a:lnTo>
                  <a:lnTo>
                    <a:pt x="979932" y="826008"/>
                  </a:lnTo>
                  <a:lnTo>
                    <a:pt x="1044356" y="825129"/>
                  </a:lnTo>
                  <a:lnTo>
                    <a:pt x="1107669" y="822530"/>
                  </a:lnTo>
                  <a:lnTo>
                    <a:pt x="1169741" y="818264"/>
                  </a:lnTo>
                  <a:lnTo>
                    <a:pt x="1230443" y="812387"/>
                  </a:lnTo>
                  <a:lnTo>
                    <a:pt x="1289645" y="804952"/>
                  </a:lnTo>
                  <a:lnTo>
                    <a:pt x="1347218" y="796014"/>
                  </a:lnTo>
                  <a:lnTo>
                    <a:pt x="1403034" y="785627"/>
                  </a:lnTo>
                  <a:lnTo>
                    <a:pt x="1456963" y="773847"/>
                  </a:lnTo>
                  <a:lnTo>
                    <a:pt x="1508876" y="760726"/>
                  </a:lnTo>
                  <a:lnTo>
                    <a:pt x="1558643" y="746321"/>
                  </a:lnTo>
                  <a:lnTo>
                    <a:pt x="1606136" y="730684"/>
                  </a:lnTo>
                  <a:lnTo>
                    <a:pt x="1651225" y="713871"/>
                  </a:lnTo>
                  <a:lnTo>
                    <a:pt x="1693781" y="695936"/>
                  </a:lnTo>
                  <a:lnTo>
                    <a:pt x="1733675" y="676933"/>
                  </a:lnTo>
                  <a:lnTo>
                    <a:pt x="1770778" y="656917"/>
                  </a:lnTo>
                  <a:lnTo>
                    <a:pt x="1804960" y="635942"/>
                  </a:lnTo>
                  <a:lnTo>
                    <a:pt x="1864046" y="591334"/>
                  </a:lnTo>
                  <a:lnTo>
                    <a:pt x="1909901" y="543543"/>
                  </a:lnTo>
                  <a:lnTo>
                    <a:pt x="1941489" y="493006"/>
                  </a:lnTo>
                  <a:lnTo>
                    <a:pt x="1957779" y="440158"/>
                  </a:lnTo>
                  <a:lnTo>
                    <a:pt x="1959864" y="413004"/>
                  </a:lnTo>
                  <a:lnTo>
                    <a:pt x="1957779" y="385849"/>
                  </a:lnTo>
                  <a:lnTo>
                    <a:pt x="1941489" y="333001"/>
                  </a:lnTo>
                  <a:lnTo>
                    <a:pt x="1909901" y="282464"/>
                  </a:lnTo>
                  <a:lnTo>
                    <a:pt x="1864046" y="234673"/>
                  </a:lnTo>
                  <a:lnTo>
                    <a:pt x="1804960" y="190065"/>
                  </a:lnTo>
                  <a:lnTo>
                    <a:pt x="1770778" y="169090"/>
                  </a:lnTo>
                  <a:lnTo>
                    <a:pt x="1733675" y="149074"/>
                  </a:lnTo>
                  <a:lnTo>
                    <a:pt x="1693781" y="130071"/>
                  </a:lnTo>
                  <a:lnTo>
                    <a:pt x="1651225" y="112136"/>
                  </a:lnTo>
                  <a:lnTo>
                    <a:pt x="1606136" y="95323"/>
                  </a:lnTo>
                  <a:lnTo>
                    <a:pt x="1558643" y="79686"/>
                  </a:lnTo>
                  <a:lnTo>
                    <a:pt x="1508876" y="65281"/>
                  </a:lnTo>
                  <a:lnTo>
                    <a:pt x="1456963" y="52160"/>
                  </a:lnTo>
                  <a:lnTo>
                    <a:pt x="1403034" y="40380"/>
                  </a:lnTo>
                  <a:lnTo>
                    <a:pt x="1347218" y="29993"/>
                  </a:lnTo>
                  <a:lnTo>
                    <a:pt x="1289645" y="21055"/>
                  </a:lnTo>
                  <a:lnTo>
                    <a:pt x="1230443" y="13620"/>
                  </a:lnTo>
                  <a:lnTo>
                    <a:pt x="1169741" y="7743"/>
                  </a:lnTo>
                  <a:lnTo>
                    <a:pt x="1107669" y="3477"/>
                  </a:lnTo>
                  <a:lnTo>
                    <a:pt x="1044356" y="878"/>
                  </a:lnTo>
                  <a:lnTo>
                    <a:pt x="9799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1732" y="68579"/>
              <a:ext cx="1960245" cy="826135"/>
            </a:xfrm>
            <a:custGeom>
              <a:avLst/>
              <a:gdLst/>
              <a:ahLst/>
              <a:cxnLst/>
              <a:rect l="l" t="t" r="r" b="b"/>
              <a:pathLst>
                <a:path w="1960245" h="826135">
                  <a:moveTo>
                    <a:pt x="0" y="413004"/>
                  </a:moveTo>
                  <a:lnTo>
                    <a:pt x="8251" y="359163"/>
                  </a:lnTo>
                  <a:lnTo>
                    <a:pt x="32317" y="307416"/>
                  </a:lnTo>
                  <a:lnTo>
                    <a:pt x="71164" y="258198"/>
                  </a:lnTo>
                  <a:lnTo>
                    <a:pt x="123760" y="211944"/>
                  </a:lnTo>
                  <a:lnTo>
                    <a:pt x="189071" y="169090"/>
                  </a:lnTo>
                  <a:lnTo>
                    <a:pt x="226171" y="149074"/>
                  </a:lnTo>
                  <a:lnTo>
                    <a:pt x="266064" y="130071"/>
                  </a:lnTo>
                  <a:lnTo>
                    <a:pt x="308618" y="112136"/>
                  </a:lnTo>
                  <a:lnTo>
                    <a:pt x="353706" y="95323"/>
                  </a:lnTo>
                  <a:lnTo>
                    <a:pt x="401198" y="79686"/>
                  </a:lnTo>
                  <a:lnTo>
                    <a:pt x="450965" y="65281"/>
                  </a:lnTo>
                  <a:lnTo>
                    <a:pt x="502877" y="52160"/>
                  </a:lnTo>
                  <a:lnTo>
                    <a:pt x="556807" y="40380"/>
                  </a:lnTo>
                  <a:lnTo>
                    <a:pt x="612623" y="29993"/>
                  </a:lnTo>
                  <a:lnTo>
                    <a:pt x="670199" y="21055"/>
                  </a:lnTo>
                  <a:lnTo>
                    <a:pt x="729403" y="13620"/>
                  </a:lnTo>
                  <a:lnTo>
                    <a:pt x="790108" y="7743"/>
                  </a:lnTo>
                  <a:lnTo>
                    <a:pt x="852183" y="3477"/>
                  </a:lnTo>
                  <a:lnTo>
                    <a:pt x="915501" y="878"/>
                  </a:lnTo>
                  <a:lnTo>
                    <a:pt x="979932" y="0"/>
                  </a:lnTo>
                  <a:lnTo>
                    <a:pt x="1044356" y="878"/>
                  </a:lnTo>
                  <a:lnTo>
                    <a:pt x="1107669" y="3477"/>
                  </a:lnTo>
                  <a:lnTo>
                    <a:pt x="1169741" y="7743"/>
                  </a:lnTo>
                  <a:lnTo>
                    <a:pt x="1230443" y="13620"/>
                  </a:lnTo>
                  <a:lnTo>
                    <a:pt x="1289645" y="21055"/>
                  </a:lnTo>
                  <a:lnTo>
                    <a:pt x="1347218" y="29993"/>
                  </a:lnTo>
                  <a:lnTo>
                    <a:pt x="1403034" y="40380"/>
                  </a:lnTo>
                  <a:lnTo>
                    <a:pt x="1456963" y="52160"/>
                  </a:lnTo>
                  <a:lnTo>
                    <a:pt x="1508876" y="65281"/>
                  </a:lnTo>
                  <a:lnTo>
                    <a:pt x="1558643" y="79686"/>
                  </a:lnTo>
                  <a:lnTo>
                    <a:pt x="1606136" y="95323"/>
                  </a:lnTo>
                  <a:lnTo>
                    <a:pt x="1651225" y="112136"/>
                  </a:lnTo>
                  <a:lnTo>
                    <a:pt x="1693781" y="130071"/>
                  </a:lnTo>
                  <a:lnTo>
                    <a:pt x="1733675" y="149074"/>
                  </a:lnTo>
                  <a:lnTo>
                    <a:pt x="1770778" y="169090"/>
                  </a:lnTo>
                  <a:lnTo>
                    <a:pt x="1804960" y="190065"/>
                  </a:lnTo>
                  <a:lnTo>
                    <a:pt x="1864046" y="234673"/>
                  </a:lnTo>
                  <a:lnTo>
                    <a:pt x="1909901" y="282464"/>
                  </a:lnTo>
                  <a:lnTo>
                    <a:pt x="1941489" y="333001"/>
                  </a:lnTo>
                  <a:lnTo>
                    <a:pt x="1957779" y="385849"/>
                  </a:lnTo>
                  <a:lnTo>
                    <a:pt x="1959864" y="413004"/>
                  </a:lnTo>
                  <a:lnTo>
                    <a:pt x="1957779" y="440158"/>
                  </a:lnTo>
                  <a:lnTo>
                    <a:pt x="1941489" y="493006"/>
                  </a:lnTo>
                  <a:lnTo>
                    <a:pt x="1909901" y="543543"/>
                  </a:lnTo>
                  <a:lnTo>
                    <a:pt x="1864046" y="591334"/>
                  </a:lnTo>
                  <a:lnTo>
                    <a:pt x="1804960" y="635942"/>
                  </a:lnTo>
                  <a:lnTo>
                    <a:pt x="1770778" y="656917"/>
                  </a:lnTo>
                  <a:lnTo>
                    <a:pt x="1733675" y="676933"/>
                  </a:lnTo>
                  <a:lnTo>
                    <a:pt x="1693781" y="695936"/>
                  </a:lnTo>
                  <a:lnTo>
                    <a:pt x="1651225" y="713871"/>
                  </a:lnTo>
                  <a:lnTo>
                    <a:pt x="1606136" y="730684"/>
                  </a:lnTo>
                  <a:lnTo>
                    <a:pt x="1558643" y="746321"/>
                  </a:lnTo>
                  <a:lnTo>
                    <a:pt x="1508876" y="760726"/>
                  </a:lnTo>
                  <a:lnTo>
                    <a:pt x="1456963" y="773847"/>
                  </a:lnTo>
                  <a:lnTo>
                    <a:pt x="1403034" y="785627"/>
                  </a:lnTo>
                  <a:lnTo>
                    <a:pt x="1347218" y="796014"/>
                  </a:lnTo>
                  <a:lnTo>
                    <a:pt x="1289645" y="804952"/>
                  </a:lnTo>
                  <a:lnTo>
                    <a:pt x="1230443" y="812387"/>
                  </a:lnTo>
                  <a:lnTo>
                    <a:pt x="1169741" y="818264"/>
                  </a:lnTo>
                  <a:lnTo>
                    <a:pt x="1107669" y="822530"/>
                  </a:lnTo>
                  <a:lnTo>
                    <a:pt x="1044356" y="825129"/>
                  </a:lnTo>
                  <a:lnTo>
                    <a:pt x="979932" y="826008"/>
                  </a:lnTo>
                  <a:lnTo>
                    <a:pt x="915501" y="825129"/>
                  </a:lnTo>
                  <a:lnTo>
                    <a:pt x="852183" y="822530"/>
                  </a:lnTo>
                  <a:lnTo>
                    <a:pt x="790108" y="818264"/>
                  </a:lnTo>
                  <a:lnTo>
                    <a:pt x="729403" y="812387"/>
                  </a:lnTo>
                  <a:lnTo>
                    <a:pt x="670199" y="804952"/>
                  </a:lnTo>
                  <a:lnTo>
                    <a:pt x="612623" y="796014"/>
                  </a:lnTo>
                  <a:lnTo>
                    <a:pt x="556807" y="785627"/>
                  </a:lnTo>
                  <a:lnTo>
                    <a:pt x="502877" y="773847"/>
                  </a:lnTo>
                  <a:lnTo>
                    <a:pt x="450965" y="760726"/>
                  </a:lnTo>
                  <a:lnTo>
                    <a:pt x="401198" y="746321"/>
                  </a:lnTo>
                  <a:lnTo>
                    <a:pt x="353706" y="730684"/>
                  </a:lnTo>
                  <a:lnTo>
                    <a:pt x="308618" y="713871"/>
                  </a:lnTo>
                  <a:lnTo>
                    <a:pt x="266064" y="695936"/>
                  </a:lnTo>
                  <a:lnTo>
                    <a:pt x="226171" y="676933"/>
                  </a:lnTo>
                  <a:lnTo>
                    <a:pt x="189071" y="656917"/>
                  </a:lnTo>
                  <a:lnTo>
                    <a:pt x="154890" y="635942"/>
                  </a:lnTo>
                  <a:lnTo>
                    <a:pt x="95808" y="591334"/>
                  </a:lnTo>
                  <a:lnTo>
                    <a:pt x="49957" y="543543"/>
                  </a:lnTo>
                  <a:lnTo>
                    <a:pt x="18372" y="493006"/>
                  </a:lnTo>
                  <a:lnTo>
                    <a:pt x="2084" y="440158"/>
                  </a:lnTo>
                  <a:lnTo>
                    <a:pt x="0" y="413004"/>
                  </a:lnTo>
                  <a:close/>
                </a:path>
              </a:pathLst>
            </a:custGeom>
            <a:ln w="9143">
              <a:solidFill>
                <a:srgbClr val="403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4286" y="220472"/>
            <a:ext cx="11137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906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974707"/>
                </a:solidFill>
                <a:latin typeface="Arial"/>
                <a:cs typeface="Arial"/>
              </a:rPr>
              <a:t>Next</a:t>
            </a:r>
            <a:r>
              <a:rPr sz="1600" b="1" spc="-30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974707"/>
                </a:solidFill>
                <a:latin typeface="Arial"/>
                <a:cs typeface="Arial"/>
              </a:rPr>
              <a:t>Gen </a:t>
            </a:r>
            <a:r>
              <a:rPr sz="1600" b="1" spc="-10" dirty="0">
                <a:solidFill>
                  <a:srgbClr val="974707"/>
                </a:solidFill>
                <a:latin typeface="Arial"/>
                <a:cs typeface="Arial"/>
              </a:rPr>
              <a:t>Developers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271" y="1316375"/>
            <a:ext cx="6257925" cy="35798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marR="5715" indent="-285750">
              <a:lnSpc>
                <a:spcPct val="100000"/>
              </a:lnSpc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r>
              <a:rPr lang="en-US" sz="1600" b="1" dirty="0"/>
              <a:t>Interactive Climate Data Visualization:</a:t>
            </a:r>
            <a:r>
              <a:rPr lang="en-US" sz="1600" dirty="0"/>
              <a:t> Converts complex </a:t>
            </a:r>
            <a:r>
              <a:rPr lang="en-US" sz="1600" dirty="0" err="1"/>
              <a:t>NetCDF</a:t>
            </a:r>
            <a:r>
              <a:rPr lang="en-US" sz="1600" dirty="0"/>
              <a:t> climate datasets into intuitive maps and charts.</a:t>
            </a:r>
          </a:p>
          <a:p>
            <a:pPr marL="297815" marR="5715" indent="-285750">
              <a:lnSpc>
                <a:spcPct val="100000"/>
              </a:lnSpc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endParaRPr lang="en-US" sz="1600" dirty="0">
              <a:latin typeface="Microsoft Sans Serif"/>
              <a:cs typeface="Microsoft Sans Serif"/>
            </a:endParaRPr>
          </a:p>
          <a:p>
            <a:pPr marL="297815" marR="5715" indent="-285750">
              <a:lnSpc>
                <a:spcPct val="100000"/>
              </a:lnSpc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r>
              <a:rPr lang="en-US" sz="1600" b="1" dirty="0"/>
              <a:t>Spatial Climate Mapping:</a:t>
            </a:r>
            <a:r>
              <a:rPr lang="en-US" sz="1600" dirty="0"/>
              <a:t> Displays global distribution of climate variables using </a:t>
            </a:r>
            <a:r>
              <a:rPr lang="en-US" sz="1600" b="1" dirty="0"/>
              <a:t>interactive heatmaps</a:t>
            </a:r>
            <a:r>
              <a:rPr lang="en-US" sz="1600" dirty="0"/>
              <a:t>.</a:t>
            </a:r>
          </a:p>
          <a:p>
            <a:pPr marL="297815" marR="5715" indent="-285750">
              <a:lnSpc>
                <a:spcPct val="100000"/>
              </a:lnSpc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endParaRPr lang="en-US" sz="1600" dirty="0">
              <a:latin typeface="Microsoft Sans Serif"/>
              <a:cs typeface="Microsoft Sans Serif"/>
            </a:endParaRPr>
          </a:p>
          <a:p>
            <a:pPr marL="297815" marR="5715" indent="-285750">
              <a:lnSpc>
                <a:spcPct val="100000"/>
              </a:lnSpc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r>
              <a:rPr lang="en-US" sz="1600" b="1" dirty="0"/>
              <a:t>AI-Based Climate Prediction:</a:t>
            </a:r>
            <a:r>
              <a:rPr lang="en-US" sz="1600" dirty="0"/>
              <a:t> Uses </a:t>
            </a:r>
            <a:r>
              <a:rPr lang="en-US" sz="1600" b="1" dirty="0"/>
              <a:t>machine learning models to analyze historical data and forecast future climate trends</a:t>
            </a:r>
            <a:r>
              <a:rPr lang="en-US" sz="1600" dirty="0"/>
              <a:t>.</a:t>
            </a:r>
          </a:p>
          <a:p>
            <a:pPr marL="297815" marR="5715" indent="-285750">
              <a:lnSpc>
                <a:spcPct val="100000"/>
              </a:lnSpc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endParaRPr lang="en-US" sz="1600" dirty="0">
              <a:latin typeface="Microsoft Sans Serif"/>
              <a:cs typeface="Microsoft Sans Serif"/>
            </a:endParaRPr>
          </a:p>
          <a:p>
            <a:pPr marL="297815" marR="5715" indent="-285750"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r>
              <a:rPr lang="en-US" sz="1600" b="1" dirty="0" err="1"/>
              <a:t>PyClimaExplorer</a:t>
            </a:r>
            <a:r>
              <a:rPr lang="en-US" sz="1600" b="1" dirty="0"/>
              <a:t> integrates data visualization and  anomaly detection.</a:t>
            </a:r>
          </a:p>
          <a:p>
            <a:pPr marL="297815" marR="5715" indent="-285750">
              <a:spcBef>
                <a:spcPts val="95"/>
              </a:spcBef>
              <a:buClr>
                <a:srgbClr val="3E3051"/>
              </a:buClr>
              <a:buSzPct val="112500"/>
              <a:buFont typeface="Segoe UI Symbol"/>
              <a:buChar char="❖"/>
              <a:tabLst>
                <a:tab pos="299085" algn="l"/>
                <a:tab pos="1297305" algn="l"/>
                <a:tab pos="2097405" algn="l"/>
                <a:tab pos="2862580" algn="l"/>
                <a:tab pos="3422015" algn="l"/>
                <a:tab pos="4286250" algn="l"/>
                <a:tab pos="5120005" algn="l"/>
                <a:tab pos="6051550" algn="l"/>
              </a:tabLst>
            </a:pPr>
            <a:endParaRPr lang="en-IN" sz="1600" dirty="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</a:pPr>
            <a:endParaRPr lang="en-IN" sz="1600" spc="-50" dirty="0">
              <a:solidFill>
                <a:srgbClr val="974707"/>
              </a:solidFill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</a:pPr>
            <a:r>
              <a:rPr lang="en-IN" spc="-50" dirty="0">
                <a:solidFill>
                  <a:srgbClr val="974707"/>
                </a:solidFill>
                <a:latin typeface="Georgia"/>
                <a:cs typeface="Georgia"/>
              </a:rPr>
              <a:t>            </a:t>
            </a:r>
            <a:r>
              <a:rPr lang="en-IN" spc="-50" dirty="0" err="1">
                <a:solidFill>
                  <a:srgbClr val="974707"/>
                </a:solidFill>
                <a:latin typeface="Georgia"/>
                <a:cs typeface="Georgia"/>
              </a:rPr>
              <a:t>PyClimaExplorer</a:t>
            </a:r>
            <a:r>
              <a:rPr lang="en-IN" spc="-50" dirty="0">
                <a:solidFill>
                  <a:srgbClr val="974707"/>
                </a:solidFill>
                <a:latin typeface="Georgia"/>
                <a:cs typeface="Georgia"/>
              </a:rPr>
              <a:t> End to End Workflow</a:t>
            </a:r>
            <a:endParaRPr dirty="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2691" y="1075944"/>
            <a:ext cx="6421120" cy="3390900"/>
          </a:xfrm>
          <a:custGeom>
            <a:avLst/>
            <a:gdLst/>
            <a:ahLst/>
            <a:cxnLst/>
            <a:rect l="l" t="t" r="r" b="b"/>
            <a:pathLst>
              <a:path w="6421120" h="3390900">
                <a:moveTo>
                  <a:pt x="0" y="317118"/>
                </a:moveTo>
                <a:lnTo>
                  <a:pt x="3438" y="270259"/>
                </a:lnTo>
                <a:lnTo>
                  <a:pt x="13427" y="225533"/>
                </a:lnTo>
                <a:lnTo>
                  <a:pt x="29475" y="183432"/>
                </a:lnTo>
                <a:lnTo>
                  <a:pt x="51092" y="144447"/>
                </a:lnTo>
                <a:lnTo>
                  <a:pt x="77788" y="109068"/>
                </a:lnTo>
                <a:lnTo>
                  <a:pt x="109072" y="77786"/>
                </a:lnTo>
                <a:lnTo>
                  <a:pt x="144454" y="51091"/>
                </a:lnTo>
                <a:lnTo>
                  <a:pt x="183442" y="29474"/>
                </a:lnTo>
                <a:lnTo>
                  <a:pt x="225547" y="13427"/>
                </a:lnTo>
                <a:lnTo>
                  <a:pt x="270278" y="3438"/>
                </a:lnTo>
                <a:lnTo>
                  <a:pt x="317144" y="0"/>
                </a:lnTo>
                <a:lnTo>
                  <a:pt x="6103493" y="0"/>
                </a:lnTo>
                <a:lnTo>
                  <a:pt x="6150352" y="3438"/>
                </a:lnTo>
                <a:lnTo>
                  <a:pt x="6195078" y="13427"/>
                </a:lnTo>
                <a:lnTo>
                  <a:pt x="6237179" y="29474"/>
                </a:lnTo>
                <a:lnTo>
                  <a:pt x="6276164" y="51091"/>
                </a:lnTo>
                <a:lnTo>
                  <a:pt x="6311543" y="77786"/>
                </a:lnTo>
                <a:lnTo>
                  <a:pt x="6342825" y="109068"/>
                </a:lnTo>
                <a:lnTo>
                  <a:pt x="6369520" y="144447"/>
                </a:lnTo>
                <a:lnTo>
                  <a:pt x="6391137" y="183432"/>
                </a:lnTo>
                <a:lnTo>
                  <a:pt x="6407184" y="225533"/>
                </a:lnTo>
                <a:lnTo>
                  <a:pt x="6417173" y="270259"/>
                </a:lnTo>
                <a:lnTo>
                  <a:pt x="6420612" y="317118"/>
                </a:lnTo>
                <a:lnTo>
                  <a:pt x="6420612" y="3073780"/>
                </a:lnTo>
                <a:lnTo>
                  <a:pt x="6417173" y="3120640"/>
                </a:lnTo>
                <a:lnTo>
                  <a:pt x="6407184" y="3165366"/>
                </a:lnTo>
                <a:lnTo>
                  <a:pt x="6391137" y="3207467"/>
                </a:lnTo>
                <a:lnTo>
                  <a:pt x="6369520" y="3246452"/>
                </a:lnTo>
                <a:lnTo>
                  <a:pt x="6342825" y="3281831"/>
                </a:lnTo>
                <a:lnTo>
                  <a:pt x="6311543" y="3313113"/>
                </a:lnTo>
                <a:lnTo>
                  <a:pt x="6276164" y="3339808"/>
                </a:lnTo>
                <a:lnTo>
                  <a:pt x="6237179" y="3361425"/>
                </a:lnTo>
                <a:lnTo>
                  <a:pt x="6195078" y="3377472"/>
                </a:lnTo>
                <a:lnTo>
                  <a:pt x="6150352" y="3387461"/>
                </a:lnTo>
                <a:lnTo>
                  <a:pt x="6103493" y="3390900"/>
                </a:lnTo>
                <a:lnTo>
                  <a:pt x="317144" y="3390900"/>
                </a:lnTo>
                <a:lnTo>
                  <a:pt x="270278" y="3387461"/>
                </a:lnTo>
                <a:lnTo>
                  <a:pt x="225547" y="3377472"/>
                </a:lnTo>
                <a:lnTo>
                  <a:pt x="183442" y="3361425"/>
                </a:lnTo>
                <a:lnTo>
                  <a:pt x="144454" y="3339808"/>
                </a:lnTo>
                <a:lnTo>
                  <a:pt x="109072" y="3313113"/>
                </a:lnTo>
                <a:lnTo>
                  <a:pt x="77788" y="3281831"/>
                </a:lnTo>
                <a:lnTo>
                  <a:pt x="51092" y="3246452"/>
                </a:lnTo>
                <a:lnTo>
                  <a:pt x="29475" y="3207467"/>
                </a:lnTo>
                <a:lnTo>
                  <a:pt x="13427" y="3165366"/>
                </a:lnTo>
                <a:lnTo>
                  <a:pt x="3438" y="3120640"/>
                </a:lnTo>
                <a:lnTo>
                  <a:pt x="0" y="3073780"/>
                </a:lnTo>
                <a:lnTo>
                  <a:pt x="0" y="317118"/>
                </a:lnTo>
                <a:close/>
              </a:path>
            </a:pathLst>
          </a:custGeom>
          <a:ln w="9144">
            <a:solidFill>
              <a:srgbClr val="9647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7FC9AE-F06F-F007-79B0-53EB37AC6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748" y="1316375"/>
            <a:ext cx="5162296" cy="51138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5AF33-BB88-2604-8A2B-C80BF48AB1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691" y="4921718"/>
            <a:ext cx="6045709" cy="17694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02314" y="6431076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Tahoma"/>
                <a:cs typeface="Tahoma"/>
              </a:rPr>
              <a:t>6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6600" y="0"/>
            <a:ext cx="9603275" cy="6844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1901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2100" algn="l"/>
              </a:tabLst>
            </a:pPr>
            <a:r>
              <a:rPr spc="-10" dirty="0"/>
              <a:t>RESEARC</a:t>
            </a:r>
            <a:r>
              <a:rPr lang="en-IN" spc="-10" dirty="0"/>
              <a:t>H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idx="1"/>
          </p:nvPr>
        </p:nvSpPr>
        <p:spPr>
          <a:xfrm>
            <a:off x="124667" y="1550296"/>
            <a:ext cx="5145367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2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en-US" b="1" dirty="0"/>
              <a:t>CESM Climate Model Dataset</a:t>
            </a:r>
            <a:r>
              <a:rPr lang="en-US" dirty="0"/>
              <a:t> – National Center for Atmospheric Research Earth System Model Data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en-IN" b="1" dirty="0" err="1"/>
              <a:t>NetCDF</a:t>
            </a:r>
            <a:r>
              <a:rPr lang="en-IN" b="1" dirty="0"/>
              <a:t> Climate Data Format</a:t>
            </a:r>
            <a:r>
              <a:rPr lang="en-IN" dirty="0"/>
              <a:t> – </a:t>
            </a:r>
            <a:r>
              <a:rPr lang="en-IN" dirty="0" err="1"/>
              <a:t>Unidata</a:t>
            </a:r>
            <a:r>
              <a:rPr lang="en-IN" dirty="0"/>
              <a:t> Program </a:t>
            </a:r>
            <a:r>
              <a:rPr lang="en-IN" dirty="0" err="1"/>
              <a:t>Center</a:t>
            </a:r>
            <a:r>
              <a:rPr lang="en-IN" dirty="0"/>
              <a:t> Documentation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IN" spc="-2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en-US" b="1" dirty="0"/>
              <a:t>Python Climate Data Libraries</a:t>
            </a:r>
            <a:r>
              <a:rPr lang="en-US" dirty="0"/>
              <a:t> – </a:t>
            </a:r>
            <a:r>
              <a:rPr lang="en-US" dirty="0" err="1"/>
              <a:t>Xarray</a:t>
            </a:r>
            <a:r>
              <a:rPr lang="en-US" dirty="0"/>
              <a:t>, </a:t>
            </a:r>
            <a:r>
              <a:rPr lang="en-US" dirty="0" err="1"/>
              <a:t>Plotly</a:t>
            </a:r>
            <a:r>
              <a:rPr lang="en-US" dirty="0"/>
              <a:t>, </a:t>
            </a:r>
            <a:r>
              <a:rPr lang="en-US" dirty="0" err="1"/>
              <a:t>Streamlit</a:t>
            </a:r>
            <a:endParaRPr lang="en-US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US" spc="-2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pc="-20" dirty="0"/>
          </a:p>
        </p:txBody>
      </p:sp>
      <p:grpSp>
        <p:nvGrpSpPr>
          <p:cNvPr id="4" name="object 4"/>
          <p:cNvGrpSpPr/>
          <p:nvPr/>
        </p:nvGrpSpPr>
        <p:grpSpPr>
          <a:xfrm>
            <a:off x="7620" y="62522"/>
            <a:ext cx="2324100" cy="879475"/>
            <a:chOff x="7620" y="62522"/>
            <a:chExt cx="2324100" cy="8794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" y="62522"/>
              <a:ext cx="2323719" cy="8592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524" y="111264"/>
              <a:ext cx="1575434" cy="8301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4" y="86867"/>
              <a:ext cx="2239010" cy="774700"/>
            </a:xfrm>
            <a:custGeom>
              <a:avLst/>
              <a:gdLst/>
              <a:ahLst/>
              <a:cxnLst/>
              <a:rect l="l" t="t" r="r" b="b"/>
              <a:pathLst>
                <a:path w="2239010" h="774700">
                  <a:moveTo>
                    <a:pt x="1119377" y="0"/>
                  </a:moveTo>
                  <a:lnTo>
                    <a:pt x="1051189" y="706"/>
                  </a:lnTo>
                  <a:lnTo>
                    <a:pt x="984080" y="2799"/>
                  </a:lnTo>
                  <a:lnTo>
                    <a:pt x="918169" y="6238"/>
                  </a:lnTo>
                  <a:lnTo>
                    <a:pt x="853573" y="10981"/>
                  </a:lnTo>
                  <a:lnTo>
                    <a:pt x="790408" y="16990"/>
                  </a:lnTo>
                  <a:lnTo>
                    <a:pt x="728792" y="24223"/>
                  </a:lnTo>
                  <a:lnTo>
                    <a:pt x="668842" y="32639"/>
                  </a:lnTo>
                  <a:lnTo>
                    <a:pt x="610675" y="42198"/>
                  </a:lnTo>
                  <a:lnTo>
                    <a:pt x="554408" y="52860"/>
                  </a:lnTo>
                  <a:lnTo>
                    <a:pt x="500158" y="64583"/>
                  </a:lnTo>
                  <a:lnTo>
                    <a:pt x="448043" y="77329"/>
                  </a:lnTo>
                  <a:lnTo>
                    <a:pt x="398178" y="91055"/>
                  </a:lnTo>
                  <a:lnTo>
                    <a:pt x="350683" y="105721"/>
                  </a:lnTo>
                  <a:lnTo>
                    <a:pt x="305672" y="121288"/>
                  </a:lnTo>
                  <a:lnTo>
                    <a:pt x="263265" y="137713"/>
                  </a:lnTo>
                  <a:lnTo>
                    <a:pt x="223577" y="154958"/>
                  </a:lnTo>
                  <a:lnTo>
                    <a:pt x="186726" y="172981"/>
                  </a:lnTo>
                  <a:lnTo>
                    <a:pt x="152828" y="191741"/>
                  </a:lnTo>
                  <a:lnTo>
                    <a:pt x="94364" y="231313"/>
                  </a:lnTo>
                  <a:lnTo>
                    <a:pt x="49120" y="273350"/>
                  </a:lnTo>
                  <a:lnTo>
                    <a:pt x="18034" y="317527"/>
                  </a:lnTo>
                  <a:lnTo>
                    <a:pt x="2042" y="363519"/>
                  </a:lnTo>
                  <a:lnTo>
                    <a:pt x="0" y="387095"/>
                  </a:lnTo>
                  <a:lnTo>
                    <a:pt x="2042" y="410672"/>
                  </a:lnTo>
                  <a:lnTo>
                    <a:pt x="18034" y="456664"/>
                  </a:lnTo>
                  <a:lnTo>
                    <a:pt x="49120" y="500841"/>
                  </a:lnTo>
                  <a:lnTo>
                    <a:pt x="94364" y="542878"/>
                  </a:lnTo>
                  <a:lnTo>
                    <a:pt x="152828" y="582450"/>
                  </a:lnTo>
                  <a:lnTo>
                    <a:pt x="186726" y="601210"/>
                  </a:lnTo>
                  <a:lnTo>
                    <a:pt x="223577" y="619233"/>
                  </a:lnTo>
                  <a:lnTo>
                    <a:pt x="263265" y="636478"/>
                  </a:lnTo>
                  <a:lnTo>
                    <a:pt x="305672" y="652903"/>
                  </a:lnTo>
                  <a:lnTo>
                    <a:pt x="350683" y="668470"/>
                  </a:lnTo>
                  <a:lnTo>
                    <a:pt x="398178" y="683136"/>
                  </a:lnTo>
                  <a:lnTo>
                    <a:pt x="448043" y="696862"/>
                  </a:lnTo>
                  <a:lnTo>
                    <a:pt x="500158" y="709608"/>
                  </a:lnTo>
                  <a:lnTo>
                    <a:pt x="554408" y="721331"/>
                  </a:lnTo>
                  <a:lnTo>
                    <a:pt x="610675" y="731993"/>
                  </a:lnTo>
                  <a:lnTo>
                    <a:pt x="668842" y="741552"/>
                  </a:lnTo>
                  <a:lnTo>
                    <a:pt x="728792" y="749968"/>
                  </a:lnTo>
                  <a:lnTo>
                    <a:pt x="790408" y="757201"/>
                  </a:lnTo>
                  <a:lnTo>
                    <a:pt x="853573" y="763210"/>
                  </a:lnTo>
                  <a:lnTo>
                    <a:pt x="918169" y="767953"/>
                  </a:lnTo>
                  <a:lnTo>
                    <a:pt x="984080" y="771392"/>
                  </a:lnTo>
                  <a:lnTo>
                    <a:pt x="1051189" y="773485"/>
                  </a:lnTo>
                  <a:lnTo>
                    <a:pt x="1119377" y="774191"/>
                  </a:lnTo>
                  <a:lnTo>
                    <a:pt x="1187569" y="773485"/>
                  </a:lnTo>
                  <a:lnTo>
                    <a:pt x="1254680" y="771392"/>
                  </a:lnTo>
                  <a:lnTo>
                    <a:pt x="1320593" y="767953"/>
                  </a:lnTo>
                  <a:lnTo>
                    <a:pt x="1385190" y="763210"/>
                  </a:lnTo>
                  <a:lnTo>
                    <a:pt x="1448356" y="757201"/>
                  </a:lnTo>
                  <a:lnTo>
                    <a:pt x="1509973" y="749968"/>
                  </a:lnTo>
                  <a:lnTo>
                    <a:pt x="1569924" y="741552"/>
                  </a:lnTo>
                  <a:lnTo>
                    <a:pt x="1628091" y="731993"/>
                  </a:lnTo>
                  <a:lnTo>
                    <a:pt x="1684358" y="721331"/>
                  </a:lnTo>
                  <a:lnTo>
                    <a:pt x="1738608" y="709608"/>
                  </a:lnTo>
                  <a:lnTo>
                    <a:pt x="1790723" y="696862"/>
                  </a:lnTo>
                  <a:lnTo>
                    <a:pt x="1840587" y="683136"/>
                  </a:lnTo>
                  <a:lnTo>
                    <a:pt x="1888082" y="668470"/>
                  </a:lnTo>
                  <a:lnTo>
                    <a:pt x="1933092" y="652903"/>
                  </a:lnTo>
                  <a:lnTo>
                    <a:pt x="1975499" y="636478"/>
                  </a:lnTo>
                  <a:lnTo>
                    <a:pt x="2015186" y="619233"/>
                  </a:lnTo>
                  <a:lnTo>
                    <a:pt x="2052036" y="601210"/>
                  </a:lnTo>
                  <a:lnTo>
                    <a:pt x="2085932" y="582450"/>
                  </a:lnTo>
                  <a:lnTo>
                    <a:pt x="2144395" y="542878"/>
                  </a:lnTo>
                  <a:lnTo>
                    <a:pt x="2189637" y="500841"/>
                  </a:lnTo>
                  <a:lnTo>
                    <a:pt x="2220722" y="456664"/>
                  </a:lnTo>
                  <a:lnTo>
                    <a:pt x="2236713" y="410672"/>
                  </a:lnTo>
                  <a:lnTo>
                    <a:pt x="2238756" y="387095"/>
                  </a:lnTo>
                  <a:lnTo>
                    <a:pt x="2236713" y="363519"/>
                  </a:lnTo>
                  <a:lnTo>
                    <a:pt x="2220722" y="317527"/>
                  </a:lnTo>
                  <a:lnTo>
                    <a:pt x="2189637" y="273350"/>
                  </a:lnTo>
                  <a:lnTo>
                    <a:pt x="2144395" y="231313"/>
                  </a:lnTo>
                  <a:lnTo>
                    <a:pt x="2085932" y="191741"/>
                  </a:lnTo>
                  <a:lnTo>
                    <a:pt x="2052036" y="172981"/>
                  </a:lnTo>
                  <a:lnTo>
                    <a:pt x="2015186" y="154958"/>
                  </a:lnTo>
                  <a:lnTo>
                    <a:pt x="1975499" y="137713"/>
                  </a:lnTo>
                  <a:lnTo>
                    <a:pt x="1933092" y="121288"/>
                  </a:lnTo>
                  <a:lnTo>
                    <a:pt x="1888082" y="105721"/>
                  </a:lnTo>
                  <a:lnTo>
                    <a:pt x="1840587" y="91055"/>
                  </a:lnTo>
                  <a:lnTo>
                    <a:pt x="1790723" y="77329"/>
                  </a:lnTo>
                  <a:lnTo>
                    <a:pt x="1738608" y="64583"/>
                  </a:lnTo>
                  <a:lnTo>
                    <a:pt x="1684358" y="52860"/>
                  </a:lnTo>
                  <a:lnTo>
                    <a:pt x="1628091" y="42198"/>
                  </a:lnTo>
                  <a:lnTo>
                    <a:pt x="1569924" y="32639"/>
                  </a:lnTo>
                  <a:lnTo>
                    <a:pt x="1509973" y="24223"/>
                  </a:lnTo>
                  <a:lnTo>
                    <a:pt x="1448356" y="16990"/>
                  </a:lnTo>
                  <a:lnTo>
                    <a:pt x="1385190" y="10981"/>
                  </a:lnTo>
                  <a:lnTo>
                    <a:pt x="1320593" y="6238"/>
                  </a:lnTo>
                  <a:lnTo>
                    <a:pt x="1254680" y="2799"/>
                  </a:lnTo>
                  <a:lnTo>
                    <a:pt x="1187569" y="706"/>
                  </a:lnTo>
                  <a:lnTo>
                    <a:pt x="1119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64" y="86867"/>
              <a:ext cx="2239010" cy="774700"/>
            </a:xfrm>
            <a:custGeom>
              <a:avLst/>
              <a:gdLst/>
              <a:ahLst/>
              <a:cxnLst/>
              <a:rect l="l" t="t" r="r" b="b"/>
              <a:pathLst>
                <a:path w="2239010" h="774700">
                  <a:moveTo>
                    <a:pt x="0" y="387095"/>
                  </a:moveTo>
                  <a:lnTo>
                    <a:pt x="8093" y="340316"/>
                  </a:lnTo>
                  <a:lnTo>
                    <a:pt x="31749" y="295191"/>
                  </a:lnTo>
                  <a:lnTo>
                    <a:pt x="70031" y="252044"/>
                  </a:lnTo>
                  <a:lnTo>
                    <a:pt x="122002" y="211199"/>
                  </a:lnTo>
                  <a:lnTo>
                    <a:pt x="186726" y="172981"/>
                  </a:lnTo>
                  <a:lnTo>
                    <a:pt x="223577" y="154958"/>
                  </a:lnTo>
                  <a:lnTo>
                    <a:pt x="263265" y="137713"/>
                  </a:lnTo>
                  <a:lnTo>
                    <a:pt x="305672" y="121288"/>
                  </a:lnTo>
                  <a:lnTo>
                    <a:pt x="350683" y="105721"/>
                  </a:lnTo>
                  <a:lnTo>
                    <a:pt x="398178" y="91055"/>
                  </a:lnTo>
                  <a:lnTo>
                    <a:pt x="448043" y="77329"/>
                  </a:lnTo>
                  <a:lnTo>
                    <a:pt x="500158" y="64583"/>
                  </a:lnTo>
                  <a:lnTo>
                    <a:pt x="554408" y="52860"/>
                  </a:lnTo>
                  <a:lnTo>
                    <a:pt x="610675" y="42198"/>
                  </a:lnTo>
                  <a:lnTo>
                    <a:pt x="668842" y="32639"/>
                  </a:lnTo>
                  <a:lnTo>
                    <a:pt x="728792" y="24223"/>
                  </a:lnTo>
                  <a:lnTo>
                    <a:pt x="790408" y="16990"/>
                  </a:lnTo>
                  <a:lnTo>
                    <a:pt x="853573" y="10981"/>
                  </a:lnTo>
                  <a:lnTo>
                    <a:pt x="918169" y="6238"/>
                  </a:lnTo>
                  <a:lnTo>
                    <a:pt x="984080" y="2799"/>
                  </a:lnTo>
                  <a:lnTo>
                    <a:pt x="1051189" y="706"/>
                  </a:lnTo>
                  <a:lnTo>
                    <a:pt x="1119377" y="0"/>
                  </a:lnTo>
                  <a:lnTo>
                    <a:pt x="1187569" y="706"/>
                  </a:lnTo>
                  <a:lnTo>
                    <a:pt x="1254680" y="2799"/>
                  </a:lnTo>
                  <a:lnTo>
                    <a:pt x="1320593" y="6238"/>
                  </a:lnTo>
                  <a:lnTo>
                    <a:pt x="1385190" y="10981"/>
                  </a:lnTo>
                  <a:lnTo>
                    <a:pt x="1448356" y="16990"/>
                  </a:lnTo>
                  <a:lnTo>
                    <a:pt x="1509973" y="24223"/>
                  </a:lnTo>
                  <a:lnTo>
                    <a:pt x="1569924" y="32639"/>
                  </a:lnTo>
                  <a:lnTo>
                    <a:pt x="1628091" y="42198"/>
                  </a:lnTo>
                  <a:lnTo>
                    <a:pt x="1684358" y="52860"/>
                  </a:lnTo>
                  <a:lnTo>
                    <a:pt x="1738608" y="64583"/>
                  </a:lnTo>
                  <a:lnTo>
                    <a:pt x="1790723" y="77329"/>
                  </a:lnTo>
                  <a:lnTo>
                    <a:pt x="1840587" y="91055"/>
                  </a:lnTo>
                  <a:lnTo>
                    <a:pt x="1888082" y="105721"/>
                  </a:lnTo>
                  <a:lnTo>
                    <a:pt x="1933092" y="121288"/>
                  </a:lnTo>
                  <a:lnTo>
                    <a:pt x="1975499" y="137713"/>
                  </a:lnTo>
                  <a:lnTo>
                    <a:pt x="2015186" y="154958"/>
                  </a:lnTo>
                  <a:lnTo>
                    <a:pt x="2052036" y="172981"/>
                  </a:lnTo>
                  <a:lnTo>
                    <a:pt x="2085932" y="191741"/>
                  </a:lnTo>
                  <a:lnTo>
                    <a:pt x="2144395" y="231313"/>
                  </a:lnTo>
                  <a:lnTo>
                    <a:pt x="2189637" y="273350"/>
                  </a:lnTo>
                  <a:lnTo>
                    <a:pt x="2220722" y="317527"/>
                  </a:lnTo>
                  <a:lnTo>
                    <a:pt x="2236713" y="363519"/>
                  </a:lnTo>
                  <a:lnTo>
                    <a:pt x="2238756" y="387095"/>
                  </a:lnTo>
                  <a:lnTo>
                    <a:pt x="2236713" y="410672"/>
                  </a:lnTo>
                  <a:lnTo>
                    <a:pt x="2220722" y="456664"/>
                  </a:lnTo>
                  <a:lnTo>
                    <a:pt x="2189637" y="500841"/>
                  </a:lnTo>
                  <a:lnTo>
                    <a:pt x="2144395" y="542878"/>
                  </a:lnTo>
                  <a:lnTo>
                    <a:pt x="2085932" y="582450"/>
                  </a:lnTo>
                  <a:lnTo>
                    <a:pt x="2052036" y="601210"/>
                  </a:lnTo>
                  <a:lnTo>
                    <a:pt x="2015186" y="619233"/>
                  </a:lnTo>
                  <a:lnTo>
                    <a:pt x="1975499" y="636478"/>
                  </a:lnTo>
                  <a:lnTo>
                    <a:pt x="1933092" y="652903"/>
                  </a:lnTo>
                  <a:lnTo>
                    <a:pt x="1888082" y="668470"/>
                  </a:lnTo>
                  <a:lnTo>
                    <a:pt x="1840587" y="683136"/>
                  </a:lnTo>
                  <a:lnTo>
                    <a:pt x="1790723" y="696862"/>
                  </a:lnTo>
                  <a:lnTo>
                    <a:pt x="1738608" y="709608"/>
                  </a:lnTo>
                  <a:lnTo>
                    <a:pt x="1684358" y="721331"/>
                  </a:lnTo>
                  <a:lnTo>
                    <a:pt x="1628091" y="731993"/>
                  </a:lnTo>
                  <a:lnTo>
                    <a:pt x="1569924" y="741552"/>
                  </a:lnTo>
                  <a:lnTo>
                    <a:pt x="1509973" y="749968"/>
                  </a:lnTo>
                  <a:lnTo>
                    <a:pt x="1448356" y="757201"/>
                  </a:lnTo>
                  <a:lnTo>
                    <a:pt x="1385190" y="763210"/>
                  </a:lnTo>
                  <a:lnTo>
                    <a:pt x="1320593" y="767953"/>
                  </a:lnTo>
                  <a:lnTo>
                    <a:pt x="1254680" y="771392"/>
                  </a:lnTo>
                  <a:lnTo>
                    <a:pt x="1187569" y="773485"/>
                  </a:lnTo>
                  <a:lnTo>
                    <a:pt x="1119377" y="774191"/>
                  </a:lnTo>
                  <a:lnTo>
                    <a:pt x="1051189" y="773485"/>
                  </a:lnTo>
                  <a:lnTo>
                    <a:pt x="984080" y="771392"/>
                  </a:lnTo>
                  <a:lnTo>
                    <a:pt x="918169" y="767953"/>
                  </a:lnTo>
                  <a:lnTo>
                    <a:pt x="853573" y="763210"/>
                  </a:lnTo>
                  <a:lnTo>
                    <a:pt x="790408" y="757201"/>
                  </a:lnTo>
                  <a:lnTo>
                    <a:pt x="728792" y="749968"/>
                  </a:lnTo>
                  <a:lnTo>
                    <a:pt x="668842" y="741552"/>
                  </a:lnTo>
                  <a:lnTo>
                    <a:pt x="610675" y="731993"/>
                  </a:lnTo>
                  <a:lnTo>
                    <a:pt x="554408" y="721331"/>
                  </a:lnTo>
                  <a:lnTo>
                    <a:pt x="500158" y="709608"/>
                  </a:lnTo>
                  <a:lnTo>
                    <a:pt x="448043" y="696862"/>
                  </a:lnTo>
                  <a:lnTo>
                    <a:pt x="398178" y="683136"/>
                  </a:lnTo>
                  <a:lnTo>
                    <a:pt x="350683" y="668470"/>
                  </a:lnTo>
                  <a:lnTo>
                    <a:pt x="305672" y="652903"/>
                  </a:lnTo>
                  <a:lnTo>
                    <a:pt x="263265" y="636478"/>
                  </a:lnTo>
                  <a:lnTo>
                    <a:pt x="223577" y="619233"/>
                  </a:lnTo>
                  <a:lnTo>
                    <a:pt x="186726" y="601210"/>
                  </a:lnTo>
                  <a:lnTo>
                    <a:pt x="152828" y="582450"/>
                  </a:lnTo>
                  <a:lnTo>
                    <a:pt x="94364" y="542878"/>
                  </a:lnTo>
                  <a:lnTo>
                    <a:pt x="49120" y="500841"/>
                  </a:lnTo>
                  <a:lnTo>
                    <a:pt x="18034" y="456664"/>
                  </a:lnTo>
                  <a:lnTo>
                    <a:pt x="2042" y="410672"/>
                  </a:lnTo>
                  <a:lnTo>
                    <a:pt x="0" y="387095"/>
                  </a:lnTo>
                  <a:close/>
                </a:path>
              </a:pathLst>
            </a:custGeom>
            <a:ln w="9144">
              <a:solidFill>
                <a:srgbClr val="403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9351" y="181102"/>
            <a:ext cx="1251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922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74707"/>
                </a:solidFill>
                <a:latin typeface="Arial"/>
                <a:cs typeface="Arial"/>
              </a:rPr>
              <a:t>Next</a:t>
            </a:r>
            <a:r>
              <a:rPr sz="1800" b="1" spc="-15" dirty="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74707"/>
                </a:solidFill>
                <a:latin typeface="Arial"/>
                <a:cs typeface="Arial"/>
              </a:rPr>
              <a:t>Gen </a:t>
            </a:r>
            <a:r>
              <a:rPr sz="1800" b="1" spc="-10" dirty="0">
                <a:solidFill>
                  <a:srgbClr val="974707"/>
                </a:solidFill>
                <a:latin typeface="Arial"/>
                <a:cs typeface="Arial"/>
              </a:rPr>
              <a:t>Developers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6450" y="5943639"/>
            <a:ext cx="521470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400" dirty="0"/>
              <a:t>Climate Intelligence Platform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3481" y="879518"/>
            <a:ext cx="644271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74707"/>
                </a:solidFill>
                <a:latin typeface="Microsoft Sans Serif"/>
                <a:cs typeface="Microsoft Sans Serif"/>
              </a:rPr>
              <a:t>Comparison</a:t>
            </a:r>
            <a:r>
              <a:rPr sz="2000" spc="-30" dirty="0">
                <a:solidFill>
                  <a:srgbClr val="974707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974707"/>
                </a:solidFill>
                <a:latin typeface="Microsoft Sans Serif"/>
                <a:cs typeface="Microsoft Sans Serif"/>
              </a:rPr>
              <a:t>Between </a:t>
            </a:r>
            <a:r>
              <a:rPr lang="en-IN" sz="2000" dirty="0">
                <a:solidFill>
                  <a:srgbClr val="974707"/>
                </a:solidFill>
                <a:latin typeface="Microsoft Sans Serif"/>
                <a:cs typeface="Microsoft Sans Serif"/>
              </a:rPr>
              <a:t>OtherTools</a:t>
            </a:r>
            <a:r>
              <a:rPr sz="2000" dirty="0">
                <a:solidFill>
                  <a:srgbClr val="974707"/>
                </a:solidFill>
                <a:latin typeface="Microsoft Sans Serif"/>
                <a:cs typeface="Microsoft Sans Serif"/>
              </a:rPr>
              <a:t> an</a:t>
            </a:r>
            <a:r>
              <a:rPr lang="en-IN" sz="2000" dirty="0">
                <a:solidFill>
                  <a:srgbClr val="974707"/>
                </a:solidFill>
                <a:latin typeface="Microsoft Sans Serif"/>
                <a:cs typeface="Microsoft Sans Serif"/>
              </a:rPr>
              <a:t>d </a:t>
            </a:r>
            <a:r>
              <a:rPr lang="en-IN" sz="2000" dirty="0" err="1">
                <a:solidFill>
                  <a:srgbClr val="974707"/>
                </a:solidFill>
                <a:latin typeface="Microsoft Sans Serif"/>
                <a:cs typeface="Microsoft Sans Serif"/>
              </a:rPr>
              <a:t>PyClimaExplorer</a:t>
            </a:r>
            <a:endParaRPr sz="2000" dirty="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121" y="1089736"/>
            <a:ext cx="5500370" cy="4096613"/>
            <a:chOff x="126491" y="1181125"/>
            <a:chExt cx="5500370" cy="4096613"/>
          </a:xfrm>
        </p:grpSpPr>
        <p:sp>
          <p:nvSpPr>
            <p:cNvPr id="14" name="object 14"/>
            <p:cNvSpPr/>
            <p:nvPr/>
          </p:nvSpPr>
          <p:spPr>
            <a:xfrm>
              <a:off x="126491" y="1426463"/>
              <a:ext cx="5500370" cy="3851275"/>
            </a:xfrm>
            <a:custGeom>
              <a:avLst/>
              <a:gdLst/>
              <a:ahLst/>
              <a:cxnLst/>
              <a:rect l="l" t="t" r="r" b="b"/>
              <a:pathLst>
                <a:path w="5500370" h="3851275">
                  <a:moveTo>
                    <a:pt x="0" y="641858"/>
                  </a:moveTo>
                  <a:lnTo>
                    <a:pt x="1760" y="593959"/>
                  </a:lnTo>
                  <a:lnTo>
                    <a:pt x="6959" y="547016"/>
                  </a:lnTo>
                  <a:lnTo>
                    <a:pt x="15472" y="501152"/>
                  </a:lnTo>
                  <a:lnTo>
                    <a:pt x="27176" y="456492"/>
                  </a:lnTo>
                  <a:lnTo>
                    <a:pt x="41945" y="413160"/>
                  </a:lnTo>
                  <a:lnTo>
                    <a:pt x="59657" y="371280"/>
                  </a:lnTo>
                  <a:lnTo>
                    <a:pt x="80186" y="330976"/>
                  </a:lnTo>
                  <a:lnTo>
                    <a:pt x="103409" y="292373"/>
                  </a:lnTo>
                  <a:lnTo>
                    <a:pt x="129202" y="255594"/>
                  </a:lnTo>
                  <a:lnTo>
                    <a:pt x="157440" y="220764"/>
                  </a:lnTo>
                  <a:lnTo>
                    <a:pt x="187999" y="188007"/>
                  </a:lnTo>
                  <a:lnTo>
                    <a:pt x="220756" y="157447"/>
                  </a:lnTo>
                  <a:lnTo>
                    <a:pt x="255586" y="129208"/>
                  </a:lnTo>
                  <a:lnTo>
                    <a:pt x="292365" y="103415"/>
                  </a:lnTo>
                  <a:lnTo>
                    <a:pt x="330969" y="80191"/>
                  </a:lnTo>
                  <a:lnTo>
                    <a:pt x="371274" y="59660"/>
                  </a:lnTo>
                  <a:lnTo>
                    <a:pt x="413155" y="41948"/>
                  </a:lnTo>
                  <a:lnTo>
                    <a:pt x="456490" y="27178"/>
                  </a:lnTo>
                  <a:lnTo>
                    <a:pt x="501152" y="15473"/>
                  </a:lnTo>
                  <a:lnTo>
                    <a:pt x="547019" y="6960"/>
                  </a:lnTo>
                  <a:lnTo>
                    <a:pt x="593967" y="1760"/>
                  </a:lnTo>
                  <a:lnTo>
                    <a:pt x="641870" y="0"/>
                  </a:lnTo>
                  <a:lnTo>
                    <a:pt x="4858258" y="0"/>
                  </a:lnTo>
                  <a:lnTo>
                    <a:pt x="4906156" y="1760"/>
                  </a:lnTo>
                  <a:lnTo>
                    <a:pt x="4953099" y="6960"/>
                  </a:lnTo>
                  <a:lnTo>
                    <a:pt x="4998963" y="15473"/>
                  </a:lnTo>
                  <a:lnTo>
                    <a:pt x="5043623" y="27178"/>
                  </a:lnTo>
                  <a:lnTo>
                    <a:pt x="5086955" y="41948"/>
                  </a:lnTo>
                  <a:lnTo>
                    <a:pt x="5128835" y="59660"/>
                  </a:lnTo>
                  <a:lnTo>
                    <a:pt x="5169139" y="80191"/>
                  </a:lnTo>
                  <a:lnTo>
                    <a:pt x="5207742" y="103415"/>
                  </a:lnTo>
                  <a:lnTo>
                    <a:pt x="5244521" y="129208"/>
                  </a:lnTo>
                  <a:lnTo>
                    <a:pt x="5279351" y="157447"/>
                  </a:lnTo>
                  <a:lnTo>
                    <a:pt x="5312108" y="188007"/>
                  </a:lnTo>
                  <a:lnTo>
                    <a:pt x="5342668" y="220764"/>
                  </a:lnTo>
                  <a:lnTo>
                    <a:pt x="5370907" y="255594"/>
                  </a:lnTo>
                  <a:lnTo>
                    <a:pt x="5396700" y="292373"/>
                  </a:lnTo>
                  <a:lnTo>
                    <a:pt x="5419924" y="330976"/>
                  </a:lnTo>
                  <a:lnTo>
                    <a:pt x="5440455" y="371280"/>
                  </a:lnTo>
                  <a:lnTo>
                    <a:pt x="5458167" y="413160"/>
                  </a:lnTo>
                  <a:lnTo>
                    <a:pt x="5472937" y="456492"/>
                  </a:lnTo>
                  <a:lnTo>
                    <a:pt x="5484642" y="501152"/>
                  </a:lnTo>
                  <a:lnTo>
                    <a:pt x="5493155" y="547016"/>
                  </a:lnTo>
                  <a:lnTo>
                    <a:pt x="5498355" y="593959"/>
                  </a:lnTo>
                  <a:lnTo>
                    <a:pt x="5500116" y="641858"/>
                  </a:lnTo>
                  <a:lnTo>
                    <a:pt x="5500116" y="3209290"/>
                  </a:lnTo>
                  <a:lnTo>
                    <a:pt x="5498355" y="3257188"/>
                  </a:lnTo>
                  <a:lnTo>
                    <a:pt x="5493155" y="3304131"/>
                  </a:lnTo>
                  <a:lnTo>
                    <a:pt x="5484642" y="3349995"/>
                  </a:lnTo>
                  <a:lnTo>
                    <a:pt x="5472937" y="3394655"/>
                  </a:lnTo>
                  <a:lnTo>
                    <a:pt x="5458167" y="3437987"/>
                  </a:lnTo>
                  <a:lnTo>
                    <a:pt x="5440455" y="3479867"/>
                  </a:lnTo>
                  <a:lnTo>
                    <a:pt x="5419924" y="3520171"/>
                  </a:lnTo>
                  <a:lnTo>
                    <a:pt x="5396700" y="3558774"/>
                  </a:lnTo>
                  <a:lnTo>
                    <a:pt x="5370907" y="3595553"/>
                  </a:lnTo>
                  <a:lnTo>
                    <a:pt x="5342668" y="3630383"/>
                  </a:lnTo>
                  <a:lnTo>
                    <a:pt x="5312108" y="3663140"/>
                  </a:lnTo>
                  <a:lnTo>
                    <a:pt x="5279351" y="3693700"/>
                  </a:lnTo>
                  <a:lnTo>
                    <a:pt x="5244521" y="3721939"/>
                  </a:lnTo>
                  <a:lnTo>
                    <a:pt x="5207742" y="3747732"/>
                  </a:lnTo>
                  <a:lnTo>
                    <a:pt x="5169139" y="3770956"/>
                  </a:lnTo>
                  <a:lnTo>
                    <a:pt x="5128835" y="3791487"/>
                  </a:lnTo>
                  <a:lnTo>
                    <a:pt x="5086955" y="3809199"/>
                  </a:lnTo>
                  <a:lnTo>
                    <a:pt x="5043623" y="3823969"/>
                  </a:lnTo>
                  <a:lnTo>
                    <a:pt x="4998963" y="3835674"/>
                  </a:lnTo>
                  <a:lnTo>
                    <a:pt x="4953099" y="3844187"/>
                  </a:lnTo>
                  <a:lnTo>
                    <a:pt x="4906156" y="3849387"/>
                  </a:lnTo>
                  <a:lnTo>
                    <a:pt x="4858258" y="3851148"/>
                  </a:lnTo>
                  <a:lnTo>
                    <a:pt x="641870" y="3851148"/>
                  </a:lnTo>
                  <a:lnTo>
                    <a:pt x="593967" y="3849387"/>
                  </a:lnTo>
                  <a:lnTo>
                    <a:pt x="547019" y="3844187"/>
                  </a:lnTo>
                  <a:lnTo>
                    <a:pt x="501152" y="3835674"/>
                  </a:lnTo>
                  <a:lnTo>
                    <a:pt x="456490" y="3823969"/>
                  </a:lnTo>
                  <a:lnTo>
                    <a:pt x="413155" y="3809199"/>
                  </a:lnTo>
                  <a:lnTo>
                    <a:pt x="371274" y="3791487"/>
                  </a:lnTo>
                  <a:lnTo>
                    <a:pt x="330969" y="3770956"/>
                  </a:lnTo>
                  <a:lnTo>
                    <a:pt x="292365" y="3747732"/>
                  </a:lnTo>
                  <a:lnTo>
                    <a:pt x="255586" y="3721939"/>
                  </a:lnTo>
                  <a:lnTo>
                    <a:pt x="220756" y="3693700"/>
                  </a:lnTo>
                  <a:lnTo>
                    <a:pt x="187999" y="3663140"/>
                  </a:lnTo>
                  <a:lnTo>
                    <a:pt x="157440" y="3630383"/>
                  </a:lnTo>
                  <a:lnTo>
                    <a:pt x="129202" y="3595553"/>
                  </a:lnTo>
                  <a:lnTo>
                    <a:pt x="103409" y="3558774"/>
                  </a:lnTo>
                  <a:lnTo>
                    <a:pt x="80186" y="3520171"/>
                  </a:lnTo>
                  <a:lnTo>
                    <a:pt x="59657" y="3479867"/>
                  </a:lnTo>
                  <a:lnTo>
                    <a:pt x="41945" y="3437987"/>
                  </a:lnTo>
                  <a:lnTo>
                    <a:pt x="27176" y="3394655"/>
                  </a:lnTo>
                  <a:lnTo>
                    <a:pt x="15472" y="3349995"/>
                  </a:lnTo>
                  <a:lnTo>
                    <a:pt x="6959" y="3304131"/>
                  </a:lnTo>
                  <a:lnTo>
                    <a:pt x="1760" y="3257188"/>
                  </a:lnTo>
                  <a:lnTo>
                    <a:pt x="0" y="3209290"/>
                  </a:lnTo>
                  <a:lnTo>
                    <a:pt x="0" y="641858"/>
                  </a:lnTo>
                  <a:close/>
                </a:path>
              </a:pathLst>
            </a:custGeom>
            <a:ln w="9144">
              <a:solidFill>
                <a:srgbClr val="964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9803" y="1196352"/>
              <a:ext cx="2783967" cy="4674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3287" y="1181125"/>
              <a:ext cx="1896999" cy="56347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27047" y="1220723"/>
              <a:ext cx="2699385" cy="382905"/>
            </a:xfrm>
            <a:custGeom>
              <a:avLst/>
              <a:gdLst/>
              <a:ahLst/>
              <a:cxnLst/>
              <a:rect l="l" t="t" r="r" b="b"/>
              <a:pathLst>
                <a:path w="2699385" h="382905">
                  <a:moveTo>
                    <a:pt x="2635250" y="0"/>
                  </a:moveTo>
                  <a:lnTo>
                    <a:pt x="63754" y="0"/>
                  </a:lnTo>
                  <a:lnTo>
                    <a:pt x="38951" y="5014"/>
                  </a:lnTo>
                  <a:lnTo>
                    <a:pt x="18684" y="18684"/>
                  </a:lnTo>
                  <a:lnTo>
                    <a:pt x="5014" y="38951"/>
                  </a:lnTo>
                  <a:lnTo>
                    <a:pt x="0" y="63753"/>
                  </a:lnTo>
                  <a:lnTo>
                    <a:pt x="0" y="318770"/>
                  </a:lnTo>
                  <a:lnTo>
                    <a:pt x="5014" y="343572"/>
                  </a:lnTo>
                  <a:lnTo>
                    <a:pt x="18684" y="363839"/>
                  </a:lnTo>
                  <a:lnTo>
                    <a:pt x="38951" y="377509"/>
                  </a:lnTo>
                  <a:lnTo>
                    <a:pt x="63754" y="382524"/>
                  </a:lnTo>
                  <a:lnTo>
                    <a:pt x="2635250" y="382524"/>
                  </a:lnTo>
                  <a:lnTo>
                    <a:pt x="2660052" y="377509"/>
                  </a:lnTo>
                  <a:lnTo>
                    <a:pt x="2680319" y="363839"/>
                  </a:lnTo>
                  <a:lnTo>
                    <a:pt x="2693989" y="343572"/>
                  </a:lnTo>
                  <a:lnTo>
                    <a:pt x="2699004" y="318770"/>
                  </a:lnTo>
                  <a:lnTo>
                    <a:pt x="2699004" y="63753"/>
                  </a:lnTo>
                  <a:lnTo>
                    <a:pt x="2693989" y="38951"/>
                  </a:lnTo>
                  <a:lnTo>
                    <a:pt x="2680319" y="18684"/>
                  </a:lnTo>
                  <a:lnTo>
                    <a:pt x="2660052" y="5014"/>
                  </a:lnTo>
                  <a:lnTo>
                    <a:pt x="2635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IN" sz="2400" dirty="0"/>
                <a:t>      Reference</a:t>
              </a:r>
              <a:endParaRPr sz="2400"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7047" y="1220723"/>
              <a:ext cx="2699385" cy="382905"/>
            </a:xfrm>
            <a:custGeom>
              <a:avLst/>
              <a:gdLst/>
              <a:ahLst/>
              <a:cxnLst/>
              <a:rect l="l" t="t" r="r" b="b"/>
              <a:pathLst>
                <a:path w="2699385" h="382905">
                  <a:moveTo>
                    <a:pt x="0" y="63753"/>
                  </a:moveTo>
                  <a:lnTo>
                    <a:pt x="5014" y="38951"/>
                  </a:lnTo>
                  <a:lnTo>
                    <a:pt x="18684" y="18684"/>
                  </a:lnTo>
                  <a:lnTo>
                    <a:pt x="38951" y="5014"/>
                  </a:lnTo>
                  <a:lnTo>
                    <a:pt x="63754" y="0"/>
                  </a:lnTo>
                  <a:lnTo>
                    <a:pt x="2635250" y="0"/>
                  </a:lnTo>
                  <a:lnTo>
                    <a:pt x="2660052" y="5014"/>
                  </a:lnTo>
                  <a:lnTo>
                    <a:pt x="2680319" y="18684"/>
                  </a:lnTo>
                  <a:lnTo>
                    <a:pt x="2693989" y="38951"/>
                  </a:lnTo>
                  <a:lnTo>
                    <a:pt x="2699004" y="63753"/>
                  </a:lnTo>
                  <a:lnTo>
                    <a:pt x="2699004" y="318770"/>
                  </a:lnTo>
                  <a:lnTo>
                    <a:pt x="2693989" y="343572"/>
                  </a:lnTo>
                  <a:lnTo>
                    <a:pt x="2680319" y="363839"/>
                  </a:lnTo>
                  <a:lnTo>
                    <a:pt x="2660052" y="377509"/>
                  </a:lnTo>
                  <a:lnTo>
                    <a:pt x="2635250" y="382524"/>
                  </a:lnTo>
                  <a:lnTo>
                    <a:pt x="63754" y="382524"/>
                  </a:lnTo>
                  <a:lnTo>
                    <a:pt x="38951" y="377509"/>
                  </a:lnTo>
                  <a:lnTo>
                    <a:pt x="18684" y="363839"/>
                  </a:lnTo>
                  <a:lnTo>
                    <a:pt x="5014" y="343572"/>
                  </a:lnTo>
                  <a:lnTo>
                    <a:pt x="0" y="318770"/>
                  </a:lnTo>
                  <a:lnTo>
                    <a:pt x="0" y="63753"/>
                  </a:lnTo>
                  <a:close/>
                </a:path>
              </a:pathLst>
            </a:custGeom>
            <a:ln w="9144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187" y="5775806"/>
            <a:ext cx="5991147" cy="877531"/>
            <a:chOff x="94487" y="5772911"/>
            <a:chExt cx="5701139" cy="877531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487" y="5772911"/>
              <a:ext cx="5701139" cy="87753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1732" y="5797295"/>
              <a:ext cx="5607606" cy="792480"/>
            </a:xfrm>
            <a:custGeom>
              <a:avLst/>
              <a:gdLst/>
              <a:ahLst/>
              <a:cxnLst/>
              <a:rect l="l" t="t" r="r" b="b"/>
              <a:pathLst>
                <a:path w="5501640" h="792479">
                  <a:moveTo>
                    <a:pt x="0" y="132079"/>
                  </a:moveTo>
                  <a:lnTo>
                    <a:pt x="6733" y="90331"/>
                  </a:lnTo>
                  <a:lnTo>
                    <a:pt x="25482" y="54073"/>
                  </a:lnTo>
                  <a:lnTo>
                    <a:pt x="54073" y="25482"/>
                  </a:lnTo>
                  <a:lnTo>
                    <a:pt x="90331" y="6733"/>
                  </a:lnTo>
                  <a:lnTo>
                    <a:pt x="132079" y="0"/>
                  </a:lnTo>
                  <a:lnTo>
                    <a:pt x="5369559" y="0"/>
                  </a:lnTo>
                  <a:lnTo>
                    <a:pt x="5411289" y="6733"/>
                  </a:lnTo>
                  <a:lnTo>
                    <a:pt x="5447544" y="25482"/>
                  </a:lnTo>
                  <a:lnTo>
                    <a:pt x="5476142" y="54073"/>
                  </a:lnTo>
                  <a:lnTo>
                    <a:pt x="5494901" y="90331"/>
                  </a:lnTo>
                  <a:lnTo>
                    <a:pt x="5501640" y="132079"/>
                  </a:lnTo>
                  <a:lnTo>
                    <a:pt x="5501640" y="660399"/>
                  </a:lnTo>
                  <a:lnTo>
                    <a:pt x="5494901" y="702148"/>
                  </a:lnTo>
                  <a:lnTo>
                    <a:pt x="5476142" y="738406"/>
                  </a:lnTo>
                  <a:lnTo>
                    <a:pt x="5447544" y="766997"/>
                  </a:lnTo>
                  <a:lnTo>
                    <a:pt x="5411289" y="785746"/>
                  </a:lnTo>
                  <a:lnTo>
                    <a:pt x="5369559" y="792479"/>
                  </a:lnTo>
                  <a:lnTo>
                    <a:pt x="132079" y="792479"/>
                  </a:lnTo>
                  <a:lnTo>
                    <a:pt x="90331" y="785746"/>
                  </a:lnTo>
                  <a:lnTo>
                    <a:pt x="54073" y="766997"/>
                  </a:lnTo>
                  <a:lnTo>
                    <a:pt x="25482" y="738406"/>
                  </a:lnTo>
                  <a:lnTo>
                    <a:pt x="6733" y="702148"/>
                  </a:lnTo>
                  <a:lnTo>
                    <a:pt x="0" y="660399"/>
                  </a:lnTo>
                  <a:lnTo>
                    <a:pt x="0" y="132079"/>
                  </a:lnTo>
                  <a:close/>
                </a:path>
              </a:pathLst>
            </a:custGeom>
            <a:ln w="9144">
              <a:solidFill>
                <a:srgbClr val="964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965937" y="5856769"/>
            <a:ext cx="4325620" cy="593090"/>
          </a:xfrm>
          <a:custGeom>
            <a:avLst/>
            <a:gdLst/>
            <a:ahLst/>
            <a:cxnLst/>
            <a:rect l="l" t="t" r="r" b="b"/>
            <a:pathLst>
              <a:path w="4325620" h="593090">
                <a:moveTo>
                  <a:pt x="0" y="98805"/>
                </a:moveTo>
                <a:lnTo>
                  <a:pt x="7758" y="60345"/>
                </a:lnTo>
                <a:lnTo>
                  <a:pt x="28924" y="28938"/>
                </a:lnTo>
                <a:lnTo>
                  <a:pt x="60328" y="7764"/>
                </a:lnTo>
                <a:lnTo>
                  <a:pt x="98806" y="0"/>
                </a:lnTo>
                <a:lnTo>
                  <a:pt x="4226306" y="0"/>
                </a:lnTo>
                <a:lnTo>
                  <a:pt x="4264783" y="7764"/>
                </a:lnTo>
                <a:lnTo>
                  <a:pt x="4296187" y="28938"/>
                </a:lnTo>
                <a:lnTo>
                  <a:pt x="4317353" y="60345"/>
                </a:lnTo>
                <a:lnTo>
                  <a:pt x="4325112" y="98805"/>
                </a:lnTo>
                <a:lnTo>
                  <a:pt x="4325112" y="494029"/>
                </a:lnTo>
                <a:lnTo>
                  <a:pt x="4317353" y="532488"/>
                </a:lnTo>
                <a:lnTo>
                  <a:pt x="4296187" y="563895"/>
                </a:lnTo>
                <a:lnTo>
                  <a:pt x="4264783" y="585071"/>
                </a:lnTo>
                <a:lnTo>
                  <a:pt x="4226306" y="592835"/>
                </a:lnTo>
                <a:lnTo>
                  <a:pt x="98806" y="592835"/>
                </a:lnTo>
                <a:lnTo>
                  <a:pt x="60328" y="585071"/>
                </a:lnTo>
                <a:lnTo>
                  <a:pt x="28924" y="563895"/>
                </a:lnTo>
                <a:lnTo>
                  <a:pt x="7758" y="532488"/>
                </a:lnTo>
                <a:lnTo>
                  <a:pt x="0" y="494029"/>
                </a:lnTo>
                <a:lnTo>
                  <a:pt x="0" y="98805"/>
                </a:lnTo>
                <a:close/>
              </a:path>
            </a:pathLst>
          </a:custGeom>
          <a:ln w="9144">
            <a:solidFill>
              <a:srgbClr val="62232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 txBox="1"/>
          <p:nvPr/>
        </p:nvSpPr>
        <p:spPr>
          <a:xfrm>
            <a:off x="284258" y="6018255"/>
            <a:ext cx="572343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dirty="0"/>
              <a:t>Understanding Climate Through Visualization</a:t>
            </a:r>
            <a:endParaRPr sz="2000" dirty="0">
              <a:latin typeface="Yu Gothic UI"/>
              <a:cs typeface="Yu Gothic UI"/>
            </a:endParaRPr>
          </a:p>
        </p:txBody>
      </p:sp>
      <p:sp>
        <p:nvSpPr>
          <p:cNvPr id="26" name="AutoShape 2" descr="Generated image: Climate tools comparison infographic">
            <a:extLst>
              <a:ext uri="{FF2B5EF4-FFF2-40B4-BE49-F238E27FC236}">
                <a16:creationId xmlns:a16="http://schemas.microsoft.com/office/drawing/2014/main" id="{8BFDF271-21BB-38F3-CE82-6A28059AA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01F11C6-303A-6B88-103E-B3AC6B1303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691" y="1404782"/>
            <a:ext cx="5995758" cy="3997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6BDA-90C5-E202-F7FC-E54A885BD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065" y="2538374"/>
            <a:ext cx="7087870" cy="1354217"/>
          </a:xfrm>
        </p:spPr>
        <p:txBody>
          <a:bodyPr/>
          <a:lstStyle/>
          <a:p>
            <a:r>
              <a:rPr lang="en-US" sz="8800" dirty="0"/>
              <a:t>THANK YOU 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124958489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235</TotalTime>
  <Words>450</Words>
  <Application>Microsoft Office PowerPoint</Application>
  <PresentationFormat>Widescreen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Yu Gothic UI</vt:lpstr>
      <vt:lpstr>Aptos</vt:lpstr>
      <vt:lpstr>Arial</vt:lpstr>
      <vt:lpstr>Century Gothic</vt:lpstr>
      <vt:lpstr>Georgia</vt:lpstr>
      <vt:lpstr>Microsoft Sans Serif</vt:lpstr>
      <vt:lpstr>Segoe UI Symbol</vt:lpstr>
      <vt:lpstr>Tahoma</vt:lpstr>
      <vt:lpstr>Gallery</vt:lpstr>
      <vt:lpstr>PowerPoint Presentation</vt:lpstr>
      <vt:lpstr>PowerPoint Presentation</vt:lpstr>
      <vt:lpstr>TECHNICAL APPROACH</vt:lpstr>
      <vt:lpstr>FEASIBILITY AND VIABILITY</vt:lpstr>
      <vt:lpstr>                  PyClimaExplorer         From Climate Data to Climate Insights</vt:lpstr>
      <vt:lpstr>RESEARCH AND 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Mishra</cp:lastModifiedBy>
  <cp:revision>3</cp:revision>
  <dcterms:created xsi:type="dcterms:W3CDTF">2026-03-10T12:57:18Z</dcterms:created>
  <dcterms:modified xsi:type="dcterms:W3CDTF">2026-03-15T02:45:54Z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2026-03-10T00:00:00Z</vt:filetime>
  </property>
  <property fmtid="{D5CDD505-2E9C-101B-9397-08002B2CF9AE}" pid="5" name="Producer">
    <vt:lpwstr>www.ilovepdf.com</vt:lpwstr>
  </property>
</Properties>
</file>